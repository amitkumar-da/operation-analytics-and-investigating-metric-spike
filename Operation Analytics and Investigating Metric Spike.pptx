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1"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Nunito Sans" pitchFamily="2" charset="0"/>
      <p:regular r:id="rId23"/>
      <p:bold r:id="rId24"/>
      <p:italic r:id="rId25"/>
      <p:boldItalic r:id="rId26"/>
    </p:embeddedFont>
    <p:embeddedFont>
      <p:font typeface="Nunito Sans SemiBold" pitchFamily="2" charset="0"/>
      <p:regular r:id="rId27"/>
      <p:bold r:id="rId28"/>
      <p:italic r:id="rId29"/>
      <p:boldItalic r:id="rId30"/>
    </p:embeddedFont>
    <p:embeddedFont>
      <p:font typeface="Poppins" panose="00000500000000000000" pitchFamily="2" charset="0"/>
      <p:regular r:id="rId31"/>
      <p:bold r:id="rId32"/>
      <p:italic r:id="rId33"/>
      <p:boldItalic r:id="rId34"/>
    </p:embeddedFont>
    <p:embeddedFont>
      <p:font typeface="Poppins Black" panose="00000A00000000000000" pitchFamily="2" charset="0"/>
      <p:bold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3515DF-9D70-417F-9062-74501BA69A37}">
  <a:tblStyle styleId="{0B3515DF-9D70-417F-9062-74501BA69A3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14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f140e04e2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f140e04e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f140e04e2a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f140e04e2a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f140e04e2a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f140e04e2a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f140e04e2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3f140e04e2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f140e04e2a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f140e04e2a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f140e04e2a_0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3f140e04e2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f140e04e2a_0_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f140e04e2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f140e04e2a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3f140e04e2a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f140e04e2a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f140e04e2a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f140e04e2a_0_1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f140e04e2a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f140e04e2a_0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f140e04e2a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3f140e04e2a_0_2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3f140e04e2a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f140e04e2a_0_3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f140e04e2a_0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f140e04e2a_0_4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3f140e04e2a_0_4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3f140e04e2a_0_4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3f140e04e2a_0_4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f140e04e2a_0_4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3f140e04e2a_0_4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3f140e04e2a_0_5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3f140e04e2a_0_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f140e04e2a_0_5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3f140e04e2a_0_5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3f140e04e2a_0_6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3f140e04e2a_0_6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f140e04e2a_0_8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3f140e04e2a_0_8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blank">
  <p:cSld name="BLANK">
    <p:bg>
      <p:bgPr>
        <a:solidFill>
          <a:schemeClr val="lt1"/>
        </a:solid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t="53791" r="49303"/>
          <a:stretch/>
        </p:blipFill>
        <p:spPr>
          <a:xfrm>
            <a:off x="6996180" y="-1"/>
            <a:ext cx="2147827" cy="2376699"/>
          </a:xfrm>
          <a:prstGeom prst="rect">
            <a:avLst/>
          </a:prstGeom>
          <a:noFill/>
          <a:ln>
            <a:noFill/>
          </a:ln>
        </p:spPr>
      </p:pic>
      <p:sp>
        <p:nvSpPr>
          <p:cNvPr id="11" name="Google Shape;11;p2"/>
          <p:cNvSpPr/>
          <p:nvPr/>
        </p:nvSpPr>
        <p:spPr>
          <a:xfrm rot="7601886">
            <a:off x="1184700" y="-2992710"/>
            <a:ext cx="11804607" cy="6869923"/>
          </a:xfrm>
          <a:custGeom>
            <a:avLst/>
            <a:gdLst/>
            <a:ahLst/>
            <a:cxnLst/>
            <a:rect l="l" t="t" r="r" b="b"/>
            <a:pathLst>
              <a:path w="33488" h="19489" extrusionOk="0">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txBody>
          <a:bodyPr/>
          <a:lstStyle/>
          <a:p>
            <a:endParaRPr lang="en-IN"/>
          </a:p>
        </p:txBody>
      </p:sp>
      <p:pic>
        <p:nvPicPr>
          <p:cNvPr id="12" name="Google Shape;12;p2"/>
          <p:cNvPicPr preferRelativeResize="0"/>
          <p:nvPr/>
        </p:nvPicPr>
        <p:blipFill rotWithShape="1">
          <a:blip r:embed="rId3">
            <a:alphaModFix/>
          </a:blip>
          <a:srcRect l="18884" b="67899"/>
          <a:stretch/>
        </p:blipFill>
        <p:spPr>
          <a:xfrm>
            <a:off x="0" y="2451450"/>
            <a:ext cx="6802801" cy="2692049"/>
          </a:xfrm>
          <a:prstGeom prst="rect">
            <a:avLst/>
          </a:prstGeom>
          <a:noFill/>
          <a:ln>
            <a:noFill/>
          </a:ln>
        </p:spPr>
      </p:pic>
      <p:sp>
        <p:nvSpPr>
          <p:cNvPr id="13" name="Google Shape;13;p2"/>
          <p:cNvSpPr txBox="1">
            <a:spLocks noGrp="1"/>
          </p:cNvSpPr>
          <p:nvPr>
            <p:ph type="title"/>
          </p:nvPr>
        </p:nvSpPr>
        <p:spPr>
          <a:xfrm>
            <a:off x="1230200" y="1565531"/>
            <a:ext cx="6683700" cy="17265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a:endParaRPr/>
          </a:p>
        </p:txBody>
      </p:sp>
      <p:sp>
        <p:nvSpPr>
          <p:cNvPr id="14" name="Google Shape;14;p2"/>
          <p:cNvSpPr txBox="1">
            <a:spLocks noGrp="1"/>
          </p:cNvSpPr>
          <p:nvPr>
            <p:ph type="subTitle" idx="1"/>
          </p:nvPr>
        </p:nvSpPr>
        <p:spPr>
          <a:xfrm>
            <a:off x="2423700" y="1121975"/>
            <a:ext cx="4346700" cy="452700"/>
          </a:xfrm>
          <a:prstGeom prst="rect">
            <a:avLst/>
          </a:prstGeom>
        </p:spPr>
        <p:txBody>
          <a:bodyPr spcFirstLastPara="1" wrap="square" lIns="91425" tIns="91425" rIns="91425" bIns="91425" anchor="b" anchorCtr="0">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5" name="Google Shape;15;p2"/>
          <p:cNvSpPr/>
          <p:nvPr/>
        </p:nvSpPr>
        <p:spPr>
          <a:xfrm>
            <a:off x="4453700" y="0"/>
            <a:ext cx="4698208" cy="5143488"/>
          </a:xfrm>
          <a:custGeom>
            <a:avLst/>
            <a:gdLst/>
            <a:ahLst/>
            <a:cxnLst/>
            <a:rect l="l" t="t" r="r" b="b"/>
            <a:pathLst>
              <a:path w="146819" h="160734" extrusionOk="0">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pic>
        <p:nvPicPr>
          <p:cNvPr id="16" name="Google Shape;16;p2"/>
          <p:cNvPicPr preferRelativeResize="0"/>
          <p:nvPr/>
        </p:nvPicPr>
        <p:blipFill rotWithShape="1">
          <a:blip r:embed="rId4">
            <a:alphaModFix/>
          </a:blip>
          <a:srcRect l="55739" t="39434"/>
          <a:stretch/>
        </p:blipFill>
        <p:spPr>
          <a:xfrm>
            <a:off x="0" y="0"/>
            <a:ext cx="3589874" cy="4912326"/>
          </a:xfrm>
          <a:prstGeom prst="rect">
            <a:avLst/>
          </a:prstGeom>
          <a:noFill/>
          <a:ln>
            <a:noFill/>
          </a:ln>
        </p:spPr>
      </p:pic>
      <p:pic>
        <p:nvPicPr>
          <p:cNvPr id="17" name="Google Shape;17;p2"/>
          <p:cNvPicPr preferRelativeResize="0"/>
          <p:nvPr/>
        </p:nvPicPr>
        <p:blipFill rotWithShape="1">
          <a:blip r:embed="rId2">
            <a:alphaModFix/>
          </a:blip>
          <a:srcRect t="53791"/>
          <a:stretch/>
        </p:blipFill>
        <p:spPr>
          <a:xfrm>
            <a:off x="661926" y="0"/>
            <a:ext cx="4236652" cy="23766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 Alt 2">
  <p:cSld name="CUSTOM">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l="535" t="71891" r="33362"/>
          <a:stretch/>
        </p:blipFill>
        <p:spPr>
          <a:xfrm>
            <a:off x="5624200" y="3"/>
            <a:ext cx="3519800" cy="1496699"/>
          </a:xfrm>
          <a:prstGeom prst="rect">
            <a:avLst/>
          </a:prstGeom>
          <a:noFill/>
          <a:ln>
            <a:noFill/>
          </a:ln>
        </p:spPr>
      </p:pic>
      <p:sp>
        <p:nvSpPr>
          <p:cNvPr id="20" name="Google Shape;20;p3"/>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a:endParaRPr/>
          </a:p>
        </p:txBody>
      </p:sp>
      <p:sp>
        <p:nvSpPr>
          <p:cNvPr id="21" name="Google Shape;21;p3"/>
          <p:cNvSpPr txBox="1">
            <a:spLocks noGrp="1"/>
          </p:cNvSpPr>
          <p:nvPr>
            <p:ph type="body" idx="1"/>
          </p:nvPr>
        </p:nvSpPr>
        <p:spPr>
          <a:xfrm>
            <a:off x="228600" y="1637275"/>
            <a:ext cx="3351600" cy="3046500"/>
          </a:xfrm>
          <a:prstGeom prst="rect">
            <a:avLst/>
          </a:prstGeom>
        </p:spPr>
        <p:txBody>
          <a:bodyPr spcFirstLastPara="1" wrap="square" lIns="91425" tIns="91425" rIns="91425" bIns="91425" anchor="t" anchorCtr="0">
            <a:noAutofit/>
          </a:bodyPr>
          <a:lstStyle>
            <a:lvl1pPr marL="457200" lvl="0" indent="-330200">
              <a:lnSpc>
                <a:spcPct val="100000"/>
              </a:lnSpc>
              <a:spcBef>
                <a:spcPts val="0"/>
              </a:spcBef>
              <a:spcAft>
                <a:spcPts val="0"/>
              </a:spcAft>
              <a:buSzPts val="1600"/>
              <a:buFont typeface="Nunito Sans"/>
              <a:buChar char="●"/>
              <a:defRPr sz="1600"/>
            </a:lvl1pPr>
            <a:lvl2pPr marL="914400" lvl="1" indent="-330200">
              <a:lnSpc>
                <a:spcPct val="100000"/>
              </a:lnSpc>
              <a:spcBef>
                <a:spcPts val="800"/>
              </a:spcBef>
              <a:spcAft>
                <a:spcPts val="0"/>
              </a:spcAft>
              <a:buSzPts val="1600"/>
              <a:buFont typeface="Nunito Sans"/>
              <a:buChar char="○"/>
              <a:defRPr sz="1600"/>
            </a:lvl2pPr>
            <a:lvl3pPr marL="1371600" lvl="2" indent="-330200">
              <a:lnSpc>
                <a:spcPct val="100000"/>
              </a:lnSpc>
              <a:spcBef>
                <a:spcPts val="800"/>
              </a:spcBef>
              <a:spcAft>
                <a:spcPts val="0"/>
              </a:spcAft>
              <a:buSzPts val="1600"/>
              <a:buFont typeface="Nunito Sans"/>
              <a:buChar char="■"/>
              <a:defRPr sz="1600"/>
            </a:lvl3pPr>
            <a:lvl4pPr marL="1828800" lvl="3" indent="-330200">
              <a:lnSpc>
                <a:spcPct val="100000"/>
              </a:lnSpc>
              <a:spcBef>
                <a:spcPts val="800"/>
              </a:spcBef>
              <a:spcAft>
                <a:spcPts val="0"/>
              </a:spcAft>
              <a:buSzPts val="1600"/>
              <a:buFont typeface="Nunito Sans"/>
              <a:buChar char="●"/>
              <a:defRPr sz="1600"/>
            </a:lvl4pPr>
            <a:lvl5pPr marL="2286000" lvl="4" indent="-330200">
              <a:lnSpc>
                <a:spcPct val="100000"/>
              </a:lnSpc>
              <a:spcBef>
                <a:spcPts val="800"/>
              </a:spcBef>
              <a:spcAft>
                <a:spcPts val="0"/>
              </a:spcAft>
              <a:buSzPts val="1600"/>
              <a:buFont typeface="Nunito Sans"/>
              <a:buChar char="○"/>
              <a:defRPr sz="1600"/>
            </a:lvl5pPr>
            <a:lvl6pPr marL="2743200" lvl="5" indent="-330200">
              <a:lnSpc>
                <a:spcPct val="100000"/>
              </a:lnSpc>
              <a:spcBef>
                <a:spcPts val="800"/>
              </a:spcBef>
              <a:spcAft>
                <a:spcPts val="0"/>
              </a:spcAft>
              <a:buSzPts val="1600"/>
              <a:buFont typeface="Nunito Sans"/>
              <a:buChar char="■"/>
              <a:defRPr sz="1600"/>
            </a:lvl6pPr>
            <a:lvl7pPr marL="3200400" lvl="6" indent="-330200">
              <a:lnSpc>
                <a:spcPct val="100000"/>
              </a:lnSpc>
              <a:spcBef>
                <a:spcPts val="800"/>
              </a:spcBef>
              <a:spcAft>
                <a:spcPts val="0"/>
              </a:spcAft>
              <a:buSzPts val="1600"/>
              <a:buFont typeface="Nunito Sans"/>
              <a:buChar char="●"/>
              <a:defRPr sz="1600"/>
            </a:lvl7pPr>
            <a:lvl8pPr marL="3657600" lvl="7" indent="-330200">
              <a:lnSpc>
                <a:spcPct val="100000"/>
              </a:lnSpc>
              <a:spcBef>
                <a:spcPts val="800"/>
              </a:spcBef>
              <a:spcAft>
                <a:spcPts val="0"/>
              </a:spcAft>
              <a:buSzPts val="1600"/>
              <a:buFont typeface="Nunito Sans"/>
              <a:buChar char="○"/>
              <a:defRPr sz="1600"/>
            </a:lvl8pPr>
            <a:lvl9pPr marL="4114800" lvl="8" indent="-330200">
              <a:lnSpc>
                <a:spcPct val="100000"/>
              </a:lnSpc>
              <a:spcBef>
                <a:spcPts val="800"/>
              </a:spcBef>
              <a:spcAft>
                <a:spcPts val="800"/>
              </a:spcAft>
              <a:buSzPts val="1600"/>
              <a:buFont typeface="Nunito Sans"/>
              <a:buChar char="■"/>
              <a:defRPr sz="1600"/>
            </a:lvl9pPr>
          </a:lstStyle>
          <a:p>
            <a:endParaRPr/>
          </a:p>
        </p:txBody>
      </p:sp>
      <p:sp>
        <p:nvSpPr>
          <p:cNvPr id="22" name="Google Shape;22;p3"/>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 name="Google Shape;23;p3"/>
          <p:cNvSpPr txBox="1">
            <a:spLocks noGrp="1"/>
          </p:cNvSpPr>
          <p:nvPr>
            <p:ph type="subTitle" idx="2"/>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 Alt 1">
  <p:cSld name="BLANK_1_1_1_1">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26" name="Google Shape;26;p4"/>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27" name="Google Shape;27;p4"/>
          <p:cNvPicPr preferRelativeResize="0"/>
          <p:nvPr/>
        </p:nvPicPr>
        <p:blipFill rotWithShape="1">
          <a:blip r:embed="rId2">
            <a:alphaModFix/>
          </a:blip>
          <a:srcRect l="535" t="71891" r="33362"/>
          <a:stretch/>
        </p:blipFill>
        <p:spPr>
          <a:xfrm>
            <a:off x="5624200" y="3"/>
            <a:ext cx="3519800" cy="1496699"/>
          </a:xfrm>
          <a:prstGeom prst="rect">
            <a:avLst/>
          </a:prstGeom>
          <a:noFill/>
          <a:ln>
            <a:noFill/>
          </a:ln>
        </p:spPr>
      </p:pic>
      <p:sp>
        <p:nvSpPr>
          <p:cNvPr id="28" name="Google Shape;28;p4"/>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eet the team">
  <p:cSld name="BLANK_1_1_1_1_2_3">
    <p:spTree>
      <p:nvGrpSpPr>
        <p:cNvPr id="1" name="Shape 29"/>
        <p:cNvGrpSpPr/>
        <p:nvPr/>
      </p:nvGrpSpPr>
      <p:grpSpPr>
        <a:xfrm>
          <a:off x="0" y="0"/>
          <a:ext cx="0" cy="0"/>
          <a:chOff x="0" y="0"/>
          <a:chExt cx="0" cy="0"/>
        </a:xfrm>
      </p:grpSpPr>
      <p:sp>
        <p:nvSpPr>
          <p:cNvPr id="30" name="Google Shape;30;p5"/>
          <p:cNvSpPr/>
          <p:nvPr/>
        </p:nvSpPr>
        <p:spPr>
          <a:xfrm>
            <a:off x="-3491" y="1985350"/>
            <a:ext cx="3736169" cy="3157918"/>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31" name="Google Shape;31;p5"/>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32" name="Google Shape;32;p5"/>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 name="Google Shape;33;p5"/>
          <p:cNvSpPr>
            <a:spLocks noGrp="1"/>
          </p:cNvSpPr>
          <p:nvPr>
            <p:ph type="pic" idx="2"/>
          </p:nvPr>
        </p:nvSpPr>
        <p:spPr>
          <a:xfrm>
            <a:off x="1208525" y="1164275"/>
            <a:ext cx="1115700" cy="1118100"/>
          </a:xfrm>
          <a:prstGeom prst="roundRect">
            <a:avLst>
              <a:gd name="adj" fmla="val 16667"/>
            </a:avLst>
          </a:prstGeom>
          <a:noFill/>
          <a:ln>
            <a:noFill/>
          </a:ln>
        </p:spPr>
        <p:txBody>
          <a:bodyPr/>
          <a:lstStyle/>
          <a:p>
            <a:endParaRPr lang="en-IN"/>
          </a:p>
        </p:txBody>
      </p:sp>
      <p:sp>
        <p:nvSpPr>
          <p:cNvPr id="34" name="Google Shape;34;p5"/>
          <p:cNvSpPr>
            <a:spLocks noGrp="1"/>
          </p:cNvSpPr>
          <p:nvPr>
            <p:ph type="pic" idx="3"/>
          </p:nvPr>
        </p:nvSpPr>
        <p:spPr>
          <a:xfrm>
            <a:off x="3079163" y="1164275"/>
            <a:ext cx="1115700" cy="1118100"/>
          </a:xfrm>
          <a:prstGeom prst="roundRect">
            <a:avLst>
              <a:gd name="adj" fmla="val 16667"/>
            </a:avLst>
          </a:prstGeom>
          <a:noFill/>
          <a:ln>
            <a:noFill/>
          </a:ln>
        </p:spPr>
        <p:txBody>
          <a:bodyPr/>
          <a:lstStyle/>
          <a:p>
            <a:endParaRPr lang="en-IN"/>
          </a:p>
        </p:txBody>
      </p:sp>
      <p:sp>
        <p:nvSpPr>
          <p:cNvPr id="35" name="Google Shape;35;p5"/>
          <p:cNvSpPr>
            <a:spLocks noGrp="1"/>
          </p:cNvSpPr>
          <p:nvPr>
            <p:ph type="pic" idx="4"/>
          </p:nvPr>
        </p:nvSpPr>
        <p:spPr>
          <a:xfrm>
            <a:off x="4949788" y="1164275"/>
            <a:ext cx="1115700" cy="1118100"/>
          </a:xfrm>
          <a:prstGeom prst="roundRect">
            <a:avLst>
              <a:gd name="adj" fmla="val 16667"/>
            </a:avLst>
          </a:prstGeom>
          <a:noFill/>
          <a:ln>
            <a:noFill/>
          </a:ln>
        </p:spPr>
        <p:txBody>
          <a:bodyPr/>
          <a:lstStyle/>
          <a:p>
            <a:endParaRPr lang="en-IN"/>
          </a:p>
        </p:txBody>
      </p:sp>
      <p:sp>
        <p:nvSpPr>
          <p:cNvPr id="36" name="Google Shape;36;p5"/>
          <p:cNvSpPr>
            <a:spLocks noGrp="1"/>
          </p:cNvSpPr>
          <p:nvPr>
            <p:ph type="pic" idx="5"/>
          </p:nvPr>
        </p:nvSpPr>
        <p:spPr>
          <a:xfrm>
            <a:off x="6820413" y="1164275"/>
            <a:ext cx="1115700" cy="1118100"/>
          </a:xfrm>
          <a:prstGeom prst="roundRect">
            <a:avLst>
              <a:gd name="adj" fmla="val 16667"/>
            </a:avLst>
          </a:prstGeom>
          <a:noFill/>
          <a:ln>
            <a:noFill/>
          </a:ln>
        </p:spPr>
        <p:txBody>
          <a:bodyPr/>
          <a:lstStyle/>
          <a:p>
            <a:endParaRPr lang="en-IN"/>
          </a:p>
        </p:txBody>
      </p:sp>
      <p:sp>
        <p:nvSpPr>
          <p:cNvPr id="37" name="Google Shape;37;p5"/>
          <p:cNvSpPr txBox="1">
            <a:spLocks noGrp="1"/>
          </p:cNvSpPr>
          <p:nvPr>
            <p:ph type="subTitle" idx="1"/>
          </p:nvPr>
        </p:nvSpPr>
        <p:spPr>
          <a:xfrm>
            <a:off x="1208525"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38" name="Google Shape;38;p5"/>
          <p:cNvSpPr txBox="1">
            <a:spLocks noGrp="1"/>
          </p:cNvSpPr>
          <p:nvPr>
            <p:ph type="subTitle" idx="6"/>
          </p:nvPr>
        </p:nvSpPr>
        <p:spPr>
          <a:xfrm>
            <a:off x="1208525"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39" name="Google Shape;39;p5"/>
          <p:cNvSpPr txBox="1">
            <a:spLocks noGrp="1"/>
          </p:cNvSpPr>
          <p:nvPr>
            <p:ph type="subTitle" idx="7"/>
          </p:nvPr>
        </p:nvSpPr>
        <p:spPr>
          <a:xfrm>
            <a:off x="3079166"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0" name="Google Shape;40;p5"/>
          <p:cNvSpPr txBox="1">
            <a:spLocks noGrp="1"/>
          </p:cNvSpPr>
          <p:nvPr>
            <p:ph type="subTitle" idx="8"/>
          </p:nvPr>
        </p:nvSpPr>
        <p:spPr>
          <a:xfrm>
            <a:off x="3079163"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1" name="Google Shape;41;p5"/>
          <p:cNvSpPr txBox="1">
            <a:spLocks noGrp="1"/>
          </p:cNvSpPr>
          <p:nvPr>
            <p:ph type="subTitle" idx="9"/>
          </p:nvPr>
        </p:nvSpPr>
        <p:spPr>
          <a:xfrm>
            <a:off x="4949794"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2" name="Google Shape;42;p5"/>
          <p:cNvSpPr txBox="1">
            <a:spLocks noGrp="1"/>
          </p:cNvSpPr>
          <p:nvPr>
            <p:ph type="subTitle" idx="13"/>
          </p:nvPr>
        </p:nvSpPr>
        <p:spPr>
          <a:xfrm>
            <a:off x="4949788"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3" name="Google Shape;43;p5"/>
          <p:cNvSpPr txBox="1">
            <a:spLocks noGrp="1"/>
          </p:cNvSpPr>
          <p:nvPr>
            <p:ph type="subTitle" idx="14"/>
          </p:nvPr>
        </p:nvSpPr>
        <p:spPr>
          <a:xfrm>
            <a:off x="6820423"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4" name="Google Shape;44;p5"/>
          <p:cNvSpPr txBox="1">
            <a:spLocks noGrp="1"/>
          </p:cNvSpPr>
          <p:nvPr>
            <p:ph type="subTitle" idx="15"/>
          </p:nvPr>
        </p:nvSpPr>
        <p:spPr>
          <a:xfrm>
            <a:off x="6820413"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5" name="Google Shape;45;p5"/>
          <p:cNvSpPr>
            <a:spLocks noGrp="1"/>
          </p:cNvSpPr>
          <p:nvPr>
            <p:ph type="pic" idx="16"/>
          </p:nvPr>
        </p:nvSpPr>
        <p:spPr>
          <a:xfrm>
            <a:off x="3079163" y="2958825"/>
            <a:ext cx="1115700" cy="1118100"/>
          </a:xfrm>
          <a:prstGeom prst="roundRect">
            <a:avLst>
              <a:gd name="adj" fmla="val 16667"/>
            </a:avLst>
          </a:prstGeom>
          <a:noFill/>
          <a:ln>
            <a:noFill/>
          </a:ln>
        </p:spPr>
        <p:txBody>
          <a:bodyPr/>
          <a:lstStyle/>
          <a:p>
            <a:endParaRPr lang="en-IN"/>
          </a:p>
        </p:txBody>
      </p:sp>
      <p:sp>
        <p:nvSpPr>
          <p:cNvPr id="46" name="Google Shape;46;p5"/>
          <p:cNvSpPr>
            <a:spLocks noGrp="1"/>
          </p:cNvSpPr>
          <p:nvPr>
            <p:ph type="pic" idx="17"/>
          </p:nvPr>
        </p:nvSpPr>
        <p:spPr>
          <a:xfrm>
            <a:off x="4949788" y="2958825"/>
            <a:ext cx="1115700" cy="1118100"/>
          </a:xfrm>
          <a:prstGeom prst="roundRect">
            <a:avLst>
              <a:gd name="adj" fmla="val 16667"/>
            </a:avLst>
          </a:prstGeom>
          <a:noFill/>
          <a:ln>
            <a:noFill/>
          </a:ln>
        </p:spPr>
        <p:txBody>
          <a:bodyPr/>
          <a:lstStyle/>
          <a:p>
            <a:endParaRPr lang="en-IN"/>
          </a:p>
        </p:txBody>
      </p:sp>
      <p:sp>
        <p:nvSpPr>
          <p:cNvPr id="47" name="Google Shape;47;p5"/>
          <p:cNvSpPr>
            <a:spLocks noGrp="1"/>
          </p:cNvSpPr>
          <p:nvPr>
            <p:ph type="pic" idx="18"/>
          </p:nvPr>
        </p:nvSpPr>
        <p:spPr>
          <a:xfrm>
            <a:off x="6820413" y="2958825"/>
            <a:ext cx="1115700" cy="1118100"/>
          </a:xfrm>
          <a:prstGeom prst="roundRect">
            <a:avLst>
              <a:gd name="adj" fmla="val 16667"/>
            </a:avLst>
          </a:prstGeom>
          <a:noFill/>
          <a:ln>
            <a:noFill/>
          </a:ln>
        </p:spPr>
        <p:txBody>
          <a:bodyPr/>
          <a:lstStyle/>
          <a:p>
            <a:endParaRPr lang="en-IN"/>
          </a:p>
        </p:txBody>
      </p:sp>
      <p:sp>
        <p:nvSpPr>
          <p:cNvPr id="48" name="Google Shape;48;p5"/>
          <p:cNvSpPr txBox="1">
            <a:spLocks noGrp="1"/>
          </p:cNvSpPr>
          <p:nvPr>
            <p:ph type="subTitle" idx="19"/>
          </p:nvPr>
        </p:nvSpPr>
        <p:spPr>
          <a:xfrm>
            <a:off x="1208525"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9" name="Google Shape;49;p5"/>
          <p:cNvSpPr>
            <a:spLocks noGrp="1"/>
          </p:cNvSpPr>
          <p:nvPr>
            <p:ph type="pic" idx="20"/>
          </p:nvPr>
        </p:nvSpPr>
        <p:spPr>
          <a:xfrm>
            <a:off x="1208550" y="2958825"/>
            <a:ext cx="1115700" cy="1118100"/>
          </a:xfrm>
          <a:prstGeom prst="roundRect">
            <a:avLst>
              <a:gd name="adj" fmla="val 16667"/>
            </a:avLst>
          </a:prstGeom>
          <a:noFill/>
          <a:ln>
            <a:noFill/>
          </a:ln>
        </p:spPr>
        <p:txBody>
          <a:bodyPr/>
          <a:lstStyle/>
          <a:p>
            <a:endParaRPr lang="en-IN"/>
          </a:p>
        </p:txBody>
      </p:sp>
      <p:sp>
        <p:nvSpPr>
          <p:cNvPr id="50" name="Google Shape;50;p5"/>
          <p:cNvSpPr txBox="1">
            <a:spLocks noGrp="1"/>
          </p:cNvSpPr>
          <p:nvPr>
            <p:ph type="subTitle" idx="21"/>
          </p:nvPr>
        </p:nvSpPr>
        <p:spPr>
          <a:xfrm>
            <a:off x="3079166"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51" name="Google Shape;51;p5"/>
          <p:cNvSpPr txBox="1">
            <a:spLocks noGrp="1"/>
          </p:cNvSpPr>
          <p:nvPr>
            <p:ph type="subTitle" idx="22"/>
          </p:nvPr>
        </p:nvSpPr>
        <p:spPr>
          <a:xfrm>
            <a:off x="4949794"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52" name="Google Shape;52;p5"/>
          <p:cNvSpPr txBox="1">
            <a:spLocks noGrp="1"/>
          </p:cNvSpPr>
          <p:nvPr>
            <p:ph type="subTitle" idx="23"/>
          </p:nvPr>
        </p:nvSpPr>
        <p:spPr>
          <a:xfrm>
            <a:off x="3079163"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3" name="Google Shape;53;p5"/>
          <p:cNvSpPr txBox="1">
            <a:spLocks noGrp="1"/>
          </p:cNvSpPr>
          <p:nvPr>
            <p:ph type="subTitle" idx="24"/>
          </p:nvPr>
        </p:nvSpPr>
        <p:spPr>
          <a:xfrm>
            <a:off x="6820423"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54" name="Google Shape;54;p5"/>
          <p:cNvSpPr txBox="1">
            <a:spLocks noGrp="1"/>
          </p:cNvSpPr>
          <p:nvPr>
            <p:ph type="subTitle" idx="25"/>
          </p:nvPr>
        </p:nvSpPr>
        <p:spPr>
          <a:xfrm>
            <a:off x="4949788"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5" name="Google Shape;55;p5"/>
          <p:cNvSpPr txBox="1">
            <a:spLocks noGrp="1"/>
          </p:cNvSpPr>
          <p:nvPr>
            <p:ph type="subTitle" idx="26"/>
          </p:nvPr>
        </p:nvSpPr>
        <p:spPr>
          <a:xfrm>
            <a:off x="1208525"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6" name="Google Shape;56;p5"/>
          <p:cNvSpPr txBox="1">
            <a:spLocks noGrp="1"/>
          </p:cNvSpPr>
          <p:nvPr>
            <p:ph type="subTitle" idx="27"/>
          </p:nvPr>
        </p:nvSpPr>
        <p:spPr>
          <a:xfrm>
            <a:off x="6820413"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7" name="Google Shape;57;p5"/>
          <p:cNvSpPr txBox="1">
            <a:spLocks noGrp="1"/>
          </p:cNvSpPr>
          <p:nvPr>
            <p:ph type="subTitle" idx="28"/>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eet the team - Alt 1">
  <p:cSld name="BLANK_1_1_1_1_2_3_1">
    <p:spTree>
      <p:nvGrpSpPr>
        <p:cNvPr id="1" name="Shape 58"/>
        <p:cNvGrpSpPr/>
        <p:nvPr/>
      </p:nvGrpSpPr>
      <p:grpSpPr>
        <a:xfrm>
          <a:off x="0" y="0"/>
          <a:ext cx="0" cy="0"/>
          <a:chOff x="0" y="0"/>
          <a:chExt cx="0" cy="0"/>
        </a:xfrm>
      </p:grpSpPr>
      <p:sp>
        <p:nvSpPr>
          <p:cNvPr id="59" name="Google Shape;59;p6"/>
          <p:cNvSpPr txBox="1">
            <a:spLocks noGrp="1"/>
          </p:cNvSpPr>
          <p:nvPr>
            <p:ph type="body" idx="1"/>
          </p:nvPr>
        </p:nvSpPr>
        <p:spPr>
          <a:xfrm>
            <a:off x="6014118" y="1661825"/>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60" name="Google Shape;60;p6"/>
          <p:cNvSpPr txBox="1">
            <a:spLocks noGrp="1"/>
          </p:cNvSpPr>
          <p:nvPr>
            <p:ph type="body" idx="2"/>
          </p:nvPr>
        </p:nvSpPr>
        <p:spPr>
          <a:xfrm>
            <a:off x="2317068" y="1661825"/>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61" name="Google Shape;61;p6"/>
          <p:cNvSpPr/>
          <p:nvPr/>
        </p:nvSpPr>
        <p:spPr>
          <a:xfrm>
            <a:off x="-3491" y="1985350"/>
            <a:ext cx="3736169" cy="3157918"/>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62" name="Google Shape;62;p6"/>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63" name="Google Shape;63;p6"/>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 name="Google Shape;64;p6"/>
          <p:cNvSpPr>
            <a:spLocks noGrp="1"/>
          </p:cNvSpPr>
          <p:nvPr>
            <p:ph type="pic" idx="3"/>
          </p:nvPr>
        </p:nvSpPr>
        <p:spPr>
          <a:xfrm>
            <a:off x="988450" y="2967538"/>
            <a:ext cx="1264200" cy="1258500"/>
          </a:xfrm>
          <a:prstGeom prst="roundRect">
            <a:avLst>
              <a:gd name="adj" fmla="val 16718"/>
            </a:avLst>
          </a:prstGeom>
          <a:noFill/>
          <a:ln>
            <a:noFill/>
          </a:ln>
        </p:spPr>
        <p:txBody>
          <a:bodyPr/>
          <a:lstStyle/>
          <a:p>
            <a:endParaRPr lang="en-IN"/>
          </a:p>
        </p:txBody>
      </p:sp>
      <p:sp>
        <p:nvSpPr>
          <p:cNvPr id="65" name="Google Shape;65;p6"/>
          <p:cNvSpPr txBox="1">
            <a:spLocks noGrp="1"/>
          </p:cNvSpPr>
          <p:nvPr>
            <p:ph type="subTitle" idx="4"/>
          </p:nvPr>
        </p:nvSpPr>
        <p:spPr>
          <a:xfrm>
            <a:off x="2317068" y="2953117"/>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66" name="Google Shape;66;p6"/>
          <p:cNvSpPr txBox="1">
            <a:spLocks noGrp="1"/>
          </p:cNvSpPr>
          <p:nvPr>
            <p:ph type="subTitle" idx="5"/>
          </p:nvPr>
        </p:nvSpPr>
        <p:spPr>
          <a:xfrm>
            <a:off x="2317068" y="3283266"/>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67" name="Google Shape;67;p6"/>
          <p:cNvSpPr txBox="1">
            <a:spLocks noGrp="1"/>
          </p:cNvSpPr>
          <p:nvPr>
            <p:ph type="body" idx="6"/>
          </p:nvPr>
        </p:nvSpPr>
        <p:spPr>
          <a:xfrm>
            <a:off x="2317068" y="3459387"/>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68" name="Google Shape;68;p6"/>
          <p:cNvSpPr>
            <a:spLocks noGrp="1"/>
          </p:cNvSpPr>
          <p:nvPr>
            <p:ph type="pic" idx="7"/>
          </p:nvPr>
        </p:nvSpPr>
        <p:spPr>
          <a:xfrm>
            <a:off x="4685500" y="1169975"/>
            <a:ext cx="1264200" cy="1258500"/>
          </a:xfrm>
          <a:prstGeom prst="roundRect">
            <a:avLst>
              <a:gd name="adj" fmla="val 16718"/>
            </a:avLst>
          </a:prstGeom>
          <a:noFill/>
          <a:ln>
            <a:noFill/>
          </a:ln>
        </p:spPr>
        <p:txBody>
          <a:bodyPr/>
          <a:lstStyle/>
          <a:p>
            <a:endParaRPr lang="en-IN"/>
          </a:p>
        </p:txBody>
      </p:sp>
      <p:sp>
        <p:nvSpPr>
          <p:cNvPr id="69" name="Google Shape;69;p6"/>
          <p:cNvSpPr txBox="1">
            <a:spLocks noGrp="1"/>
          </p:cNvSpPr>
          <p:nvPr>
            <p:ph type="subTitle" idx="8"/>
          </p:nvPr>
        </p:nvSpPr>
        <p:spPr>
          <a:xfrm>
            <a:off x="6014118" y="1155555"/>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70" name="Google Shape;70;p6"/>
          <p:cNvSpPr txBox="1">
            <a:spLocks noGrp="1"/>
          </p:cNvSpPr>
          <p:nvPr>
            <p:ph type="subTitle" idx="9"/>
          </p:nvPr>
        </p:nvSpPr>
        <p:spPr>
          <a:xfrm>
            <a:off x="6014118" y="1485704"/>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71" name="Google Shape;71;p6"/>
          <p:cNvSpPr>
            <a:spLocks noGrp="1"/>
          </p:cNvSpPr>
          <p:nvPr>
            <p:ph type="pic" idx="13"/>
          </p:nvPr>
        </p:nvSpPr>
        <p:spPr>
          <a:xfrm>
            <a:off x="4685500" y="2967538"/>
            <a:ext cx="1264200" cy="1258500"/>
          </a:xfrm>
          <a:prstGeom prst="roundRect">
            <a:avLst>
              <a:gd name="adj" fmla="val 16718"/>
            </a:avLst>
          </a:prstGeom>
          <a:noFill/>
          <a:ln>
            <a:noFill/>
          </a:ln>
        </p:spPr>
        <p:txBody>
          <a:bodyPr/>
          <a:lstStyle/>
          <a:p>
            <a:endParaRPr lang="en-IN"/>
          </a:p>
        </p:txBody>
      </p:sp>
      <p:sp>
        <p:nvSpPr>
          <p:cNvPr id="72" name="Google Shape;72;p6"/>
          <p:cNvSpPr txBox="1">
            <a:spLocks noGrp="1"/>
          </p:cNvSpPr>
          <p:nvPr>
            <p:ph type="subTitle" idx="14"/>
          </p:nvPr>
        </p:nvSpPr>
        <p:spPr>
          <a:xfrm>
            <a:off x="6014118" y="2953117"/>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73" name="Google Shape;73;p6"/>
          <p:cNvSpPr txBox="1">
            <a:spLocks noGrp="1"/>
          </p:cNvSpPr>
          <p:nvPr>
            <p:ph type="subTitle" idx="15"/>
          </p:nvPr>
        </p:nvSpPr>
        <p:spPr>
          <a:xfrm>
            <a:off x="6014118" y="3283266"/>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74" name="Google Shape;74;p6"/>
          <p:cNvSpPr txBox="1">
            <a:spLocks noGrp="1"/>
          </p:cNvSpPr>
          <p:nvPr>
            <p:ph type="body" idx="16"/>
          </p:nvPr>
        </p:nvSpPr>
        <p:spPr>
          <a:xfrm>
            <a:off x="6014118" y="3459387"/>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75" name="Google Shape;75;p6"/>
          <p:cNvSpPr>
            <a:spLocks noGrp="1"/>
          </p:cNvSpPr>
          <p:nvPr>
            <p:ph type="pic" idx="17"/>
          </p:nvPr>
        </p:nvSpPr>
        <p:spPr>
          <a:xfrm>
            <a:off x="988450" y="1169975"/>
            <a:ext cx="1264200" cy="1258500"/>
          </a:xfrm>
          <a:prstGeom prst="roundRect">
            <a:avLst>
              <a:gd name="adj" fmla="val 16718"/>
            </a:avLst>
          </a:prstGeom>
          <a:noFill/>
          <a:ln>
            <a:noFill/>
          </a:ln>
        </p:spPr>
        <p:txBody>
          <a:bodyPr/>
          <a:lstStyle/>
          <a:p>
            <a:endParaRPr lang="en-IN"/>
          </a:p>
        </p:txBody>
      </p:sp>
      <p:sp>
        <p:nvSpPr>
          <p:cNvPr id="76" name="Google Shape;76;p6"/>
          <p:cNvSpPr txBox="1">
            <a:spLocks noGrp="1"/>
          </p:cNvSpPr>
          <p:nvPr>
            <p:ph type="subTitle" idx="18"/>
          </p:nvPr>
        </p:nvSpPr>
        <p:spPr>
          <a:xfrm>
            <a:off x="2317068" y="1155555"/>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77" name="Google Shape;77;p6"/>
          <p:cNvSpPr txBox="1">
            <a:spLocks noGrp="1"/>
          </p:cNvSpPr>
          <p:nvPr>
            <p:ph type="subTitle" idx="19"/>
          </p:nvPr>
        </p:nvSpPr>
        <p:spPr>
          <a:xfrm>
            <a:off x="2317068" y="1485704"/>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78" name="Google Shape;78;p6"/>
          <p:cNvSpPr txBox="1">
            <a:spLocks noGrp="1"/>
          </p:cNvSpPr>
          <p:nvPr>
            <p:ph type="subTitle" idx="20"/>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 Alt 4">
  <p:cSld name="BLANK_1_1_1_1_2_2">
    <p:bg>
      <p:bgPr>
        <a:solidFill>
          <a:schemeClr val="lt1"/>
        </a:solidFill>
        <a:effectLst/>
      </p:bgPr>
    </p:bg>
    <p:spTree>
      <p:nvGrpSpPr>
        <p:cNvPr id="1" name="Shape 79"/>
        <p:cNvGrpSpPr/>
        <p:nvPr/>
      </p:nvGrpSpPr>
      <p:grpSpPr>
        <a:xfrm>
          <a:off x="0" y="0"/>
          <a:ext cx="0" cy="0"/>
          <a:chOff x="0" y="0"/>
          <a:chExt cx="0" cy="0"/>
        </a:xfrm>
      </p:grpSpPr>
      <p:sp>
        <p:nvSpPr>
          <p:cNvPr id="80" name="Google Shape;80;p7"/>
          <p:cNvSpPr txBox="1">
            <a:spLocks noGrp="1"/>
          </p:cNvSpPr>
          <p:nvPr>
            <p:ph type="title"/>
          </p:nvPr>
        </p:nvSpPr>
        <p:spPr>
          <a:xfrm>
            <a:off x="228600" y="228600"/>
            <a:ext cx="4803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81" name="Google Shape;81;p7"/>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2" name="Google Shape;82;p7"/>
          <p:cNvSpPr/>
          <p:nvPr/>
        </p:nvSpPr>
        <p:spPr>
          <a:xfrm>
            <a:off x="7299656" y="0"/>
            <a:ext cx="1841902" cy="1572524"/>
          </a:xfrm>
          <a:custGeom>
            <a:avLst/>
            <a:gdLst/>
            <a:ahLst/>
            <a:cxnLst/>
            <a:rect l="l" t="t" r="r" b="b"/>
            <a:pathLst>
              <a:path w="65894" h="56257" extrusionOk="0">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83" name="Google Shape;83;p7"/>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 Alt 7">
  <p:cSld name="BLANK_1_1_1_1_2_1_1_1">
    <p:spTree>
      <p:nvGrpSpPr>
        <p:cNvPr id="1" name="Shape 84"/>
        <p:cNvGrpSpPr/>
        <p:nvPr/>
      </p:nvGrpSpPr>
      <p:grpSpPr>
        <a:xfrm>
          <a:off x="0" y="0"/>
          <a:ext cx="0" cy="0"/>
          <a:chOff x="0" y="0"/>
          <a:chExt cx="0" cy="0"/>
        </a:xfrm>
      </p:grpSpPr>
      <p:sp>
        <p:nvSpPr>
          <p:cNvPr id="85" name="Google Shape;85;p8"/>
          <p:cNvSpPr/>
          <p:nvPr/>
        </p:nvSpPr>
        <p:spPr>
          <a:xfrm rot="5400000">
            <a:off x="-3988150" y="1153525"/>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86" name="Google Shape;86;p8"/>
          <p:cNvSpPr/>
          <p:nvPr/>
        </p:nvSpPr>
        <p:spPr>
          <a:xfrm>
            <a:off x="31" y="1985350"/>
            <a:ext cx="3736169" cy="3157918"/>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87" name="Google Shape;87;p8"/>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8" name="Google Shape;88;p8"/>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a:endParaRPr/>
          </a:p>
        </p:txBody>
      </p:sp>
      <p:sp>
        <p:nvSpPr>
          <p:cNvPr id="89" name="Google Shape;89;p8"/>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lumn statement">
  <p:cSld name="BLANK_1_1_1_1_1_2">
    <p:bg>
      <p:bgPr>
        <a:solidFill>
          <a:schemeClr val="lt1"/>
        </a:solidFill>
        <a:effectLst/>
      </p:bgPr>
    </p:bg>
    <p:spTree>
      <p:nvGrpSpPr>
        <p:cNvPr id="1" name="Shape 90"/>
        <p:cNvGrpSpPr/>
        <p:nvPr/>
      </p:nvGrpSpPr>
      <p:grpSpPr>
        <a:xfrm>
          <a:off x="0" y="0"/>
          <a:ext cx="0" cy="0"/>
          <a:chOff x="0" y="0"/>
          <a:chExt cx="0" cy="0"/>
        </a:xfrm>
      </p:grpSpPr>
      <p:sp>
        <p:nvSpPr>
          <p:cNvPr id="91" name="Google Shape;91;p9"/>
          <p:cNvSpPr txBox="1">
            <a:spLocks noGrp="1"/>
          </p:cNvSpPr>
          <p:nvPr>
            <p:ph type="body" idx="1"/>
          </p:nvPr>
        </p:nvSpPr>
        <p:spPr>
          <a:xfrm>
            <a:off x="4618950" y="1743378"/>
            <a:ext cx="4296600" cy="30633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Font typeface="Nunito Sans"/>
              <a:buChar char="●"/>
              <a:defRPr sz="1600"/>
            </a:lvl1pPr>
            <a:lvl2pPr marL="914400" lvl="1" indent="-330200">
              <a:spcBef>
                <a:spcPts val="800"/>
              </a:spcBef>
              <a:spcAft>
                <a:spcPts val="0"/>
              </a:spcAft>
              <a:buSzPts val="1600"/>
              <a:buFont typeface="Nunito Sans"/>
              <a:buChar char="○"/>
              <a:defRPr sz="1600"/>
            </a:lvl2pPr>
            <a:lvl3pPr marL="1371600" lvl="2" indent="-330200">
              <a:spcBef>
                <a:spcPts val="800"/>
              </a:spcBef>
              <a:spcAft>
                <a:spcPts val="0"/>
              </a:spcAft>
              <a:buSzPts val="1600"/>
              <a:buFont typeface="Nunito Sans"/>
              <a:buChar char="■"/>
              <a:defRPr sz="1600"/>
            </a:lvl3pPr>
            <a:lvl4pPr marL="1828800" lvl="3" indent="-330200">
              <a:spcBef>
                <a:spcPts val="800"/>
              </a:spcBef>
              <a:spcAft>
                <a:spcPts val="0"/>
              </a:spcAft>
              <a:buSzPts val="1600"/>
              <a:buFont typeface="Nunito Sans"/>
              <a:buChar char="●"/>
              <a:defRPr sz="1600"/>
            </a:lvl4pPr>
            <a:lvl5pPr marL="2286000" lvl="4" indent="-330200">
              <a:spcBef>
                <a:spcPts val="800"/>
              </a:spcBef>
              <a:spcAft>
                <a:spcPts val="0"/>
              </a:spcAft>
              <a:buSzPts val="1600"/>
              <a:buFont typeface="Nunito Sans"/>
              <a:buChar char="○"/>
              <a:defRPr sz="1600"/>
            </a:lvl5pPr>
            <a:lvl6pPr marL="2743200" lvl="5" indent="-330200">
              <a:spcBef>
                <a:spcPts val="800"/>
              </a:spcBef>
              <a:spcAft>
                <a:spcPts val="0"/>
              </a:spcAft>
              <a:buSzPts val="1600"/>
              <a:buFont typeface="Nunito Sans"/>
              <a:buChar char="■"/>
              <a:defRPr sz="1600"/>
            </a:lvl6pPr>
            <a:lvl7pPr marL="3200400" lvl="6" indent="-330200">
              <a:spcBef>
                <a:spcPts val="800"/>
              </a:spcBef>
              <a:spcAft>
                <a:spcPts val="0"/>
              </a:spcAft>
              <a:buSzPts val="1600"/>
              <a:buFont typeface="Nunito Sans"/>
              <a:buChar char="●"/>
              <a:defRPr sz="1600"/>
            </a:lvl7pPr>
            <a:lvl8pPr marL="3657600" lvl="7" indent="-330200">
              <a:spcBef>
                <a:spcPts val="800"/>
              </a:spcBef>
              <a:spcAft>
                <a:spcPts val="0"/>
              </a:spcAft>
              <a:buSzPts val="1600"/>
              <a:buFont typeface="Nunito Sans"/>
              <a:buChar char="○"/>
              <a:defRPr sz="1600"/>
            </a:lvl8pPr>
            <a:lvl9pPr marL="4114800" lvl="8" indent="-330200">
              <a:spcBef>
                <a:spcPts val="800"/>
              </a:spcBef>
              <a:spcAft>
                <a:spcPts val="800"/>
              </a:spcAft>
              <a:buSzPts val="1600"/>
              <a:buFont typeface="Nunito Sans"/>
              <a:buChar char="■"/>
              <a:defRPr sz="1600"/>
            </a:lvl9pPr>
          </a:lstStyle>
          <a:p>
            <a:endParaRPr/>
          </a:p>
        </p:txBody>
      </p:sp>
      <p:sp>
        <p:nvSpPr>
          <p:cNvPr id="92" name="Google Shape;92;p9"/>
          <p:cNvSpPr txBox="1">
            <a:spLocks noGrp="1"/>
          </p:cNvSpPr>
          <p:nvPr>
            <p:ph type="title"/>
          </p:nvPr>
        </p:nvSpPr>
        <p:spPr>
          <a:xfrm>
            <a:off x="228600" y="1743378"/>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a:endParaRPr/>
          </a:p>
        </p:txBody>
      </p:sp>
      <p:sp>
        <p:nvSpPr>
          <p:cNvPr id="93" name="Google Shape;93;p9"/>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94" name="Google Shape;94;p9"/>
          <p:cNvSpPr txBox="1">
            <a:spLocks noGrp="1"/>
          </p:cNvSpPr>
          <p:nvPr>
            <p:ph type="subTitle" idx="2"/>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BLANK_1_1_1_1_1_1">
    <p:bg>
      <p:bgPr>
        <a:solidFill>
          <a:schemeClr val="accent1"/>
        </a:solidFill>
        <a:effectLst/>
      </p:bgPr>
    </p:bg>
    <p:spTree>
      <p:nvGrpSpPr>
        <p:cNvPr id="1" name="Shape 95"/>
        <p:cNvGrpSpPr/>
        <p:nvPr/>
      </p:nvGrpSpPr>
      <p:grpSpPr>
        <a:xfrm>
          <a:off x="0" y="0"/>
          <a:ext cx="0" cy="0"/>
          <a:chOff x="0" y="0"/>
          <a:chExt cx="0" cy="0"/>
        </a:xfrm>
      </p:grpSpPr>
      <p:pic>
        <p:nvPicPr>
          <p:cNvPr id="96" name="Google Shape;96;p10"/>
          <p:cNvPicPr preferRelativeResize="0"/>
          <p:nvPr/>
        </p:nvPicPr>
        <p:blipFill rotWithShape="1">
          <a:blip r:embed="rId2">
            <a:alphaModFix/>
          </a:blip>
          <a:srcRect t="51307" r="54483"/>
          <a:stretch/>
        </p:blipFill>
        <p:spPr>
          <a:xfrm>
            <a:off x="6802800" y="-9247"/>
            <a:ext cx="2341200" cy="2504451"/>
          </a:xfrm>
          <a:prstGeom prst="rect">
            <a:avLst/>
          </a:prstGeom>
          <a:noFill/>
          <a:ln>
            <a:noFill/>
          </a:ln>
        </p:spPr>
      </p:pic>
      <p:sp>
        <p:nvSpPr>
          <p:cNvPr id="97" name="Google Shape;97;p10"/>
          <p:cNvSpPr txBox="1">
            <a:spLocks noGrp="1"/>
          </p:cNvSpPr>
          <p:nvPr>
            <p:ph type="title"/>
          </p:nvPr>
        </p:nvSpPr>
        <p:spPr>
          <a:xfrm>
            <a:off x="1249050" y="1249276"/>
            <a:ext cx="6645900" cy="2843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9pPr>
          </a:lstStyle>
          <a:p>
            <a:endParaRPr/>
          </a:p>
        </p:txBody>
      </p:sp>
      <p:sp>
        <p:nvSpPr>
          <p:cNvPr id="98" name="Google Shape;98;p10"/>
          <p:cNvSpPr/>
          <p:nvPr/>
        </p:nvSpPr>
        <p:spPr>
          <a:xfrm>
            <a:off x="6724719" y="-48"/>
            <a:ext cx="2419360" cy="1864544"/>
          </a:xfrm>
          <a:custGeom>
            <a:avLst/>
            <a:gdLst/>
            <a:ahLst/>
            <a:cxnLst/>
            <a:rect l="l" t="t" r="r" b="b"/>
            <a:pathLst>
              <a:path w="75605" h="58267" extrusionOk="0">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6"/>
              </a:solidFill>
              <a:latin typeface="Nunito Sans"/>
              <a:ea typeface="Nunito Sans"/>
              <a:cs typeface="Nunito Sans"/>
              <a:sym typeface="Nunito Sans"/>
            </a:endParaRPr>
          </a:p>
        </p:txBody>
      </p:sp>
      <p:sp>
        <p:nvSpPr>
          <p:cNvPr id="99" name="Google Shape;99;p10"/>
          <p:cNvSpPr/>
          <p:nvPr/>
        </p:nvSpPr>
        <p:spPr>
          <a:xfrm>
            <a:off x="0" y="3692104"/>
            <a:ext cx="2339584" cy="1451392"/>
          </a:xfrm>
          <a:custGeom>
            <a:avLst/>
            <a:gdLst/>
            <a:ahLst/>
            <a:cxnLst/>
            <a:rect l="l" t="t" r="r" b="b"/>
            <a:pathLst>
              <a:path w="73112" h="45356" extrusionOk="0">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genda - Alt 2">
  <p:cSld name="BLANK_1_1_1_1_1_1_1_1_1_1_1_2">
    <p:spTree>
      <p:nvGrpSpPr>
        <p:cNvPr id="1" name="Shape 100"/>
        <p:cNvGrpSpPr/>
        <p:nvPr/>
      </p:nvGrpSpPr>
      <p:grpSpPr>
        <a:xfrm>
          <a:off x="0" y="0"/>
          <a:ext cx="0" cy="0"/>
          <a:chOff x="0" y="0"/>
          <a:chExt cx="0" cy="0"/>
        </a:xfrm>
      </p:grpSpPr>
      <p:sp>
        <p:nvSpPr>
          <p:cNvPr id="101" name="Google Shape;101;p11"/>
          <p:cNvSpPr/>
          <p:nvPr/>
        </p:nvSpPr>
        <p:spPr>
          <a:xfrm rot="5400000">
            <a:off x="-3989680" y="1156257"/>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sp>
        <p:nvSpPr>
          <p:cNvPr id="102" name="Google Shape;102;p11"/>
          <p:cNvSpPr txBox="1">
            <a:spLocks noGrp="1"/>
          </p:cNvSpPr>
          <p:nvPr>
            <p:ph type="subTitle" idx="1"/>
          </p:nvPr>
        </p:nvSpPr>
        <p:spPr>
          <a:xfrm>
            <a:off x="3584425" y="53655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103" name="Google Shape;103;p11"/>
          <p:cNvSpPr txBox="1">
            <a:spLocks noGrp="1"/>
          </p:cNvSpPr>
          <p:nvPr>
            <p:ph type="subTitle" idx="2"/>
          </p:nvPr>
        </p:nvSpPr>
        <p:spPr>
          <a:xfrm>
            <a:off x="3584425" y="192065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104" name="Google Shape;104;p11"/>
          <p:cNvSpPr txBox="1">
            <a:spLocks noGrp="1"/>
          </p:cNvSpPr>
          <p:nvPr>
            <p:ph type="subTitle" idx="3"/>
          </p:nvPr>
        </p:nvSpPr>
        <p:spPr>
          <a:xfrm>
            <a:off x="3584425" y="3291625"/>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105" name="Google Shape;105;p11"/>
          <p:cNvSpPr txBox="1">
            <a:spLocks noGrp="1"/>
          </p:cNvSpPr>
          <p:nvPr>
            <p:ph type="subTitle" idx="4"/>
          </p:nvPr>
        </p:nvSpPr>
        <p:spPr>
          <a:xfrm>
            <a:off x="3584425" y="399680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106" name="Google Shape;106;p11"/>
          <p:cNvSpPr txBox="1">
            <a:spLocks noGrp="1"/>
          </p:cNvSpPr>
          <p:nvPr>
            <p:ph type="subTitle" idx="5"/>
          </p:nvPr>
        </p:nvSpPr>
        <p:spPr>
          <a:xfrm>
            <a:off x="3584425" y="122860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107" name="Google Shape;107;p11"/>
          <p:cNvSpPr txBox="1">
            <a:spLocks noGrp="1"/>
          </p:cNvSpPr>
          <p:nvPr>
            <p:ph type="subTitle" idx="6"/>
          </p:nvPr>
        </p:nvSpPr>
        <p:spPr>
          <a:xfrm>
            <a:off x="3584425" y="261270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pic>
        <p:nvPicPr>
          <p:cNvPr id="108" name="Google Shape;108;p11"/>
          <p:cNvPicPr preferRelativeResize="0"/>
          <p:nvPr/>
        </p:nvPicPr>
        <p:blipFill rotWithShape="1">
          <a:blip r:embed="rId2">
            <a:alphaModFix/>
          </a:blip>
          <a:srcRect l="57201" b="4753"/>
          <a:stretch/>
        </p:blipFill>
        <p:spPr>
          <a:xfrm>
            <a:off x="-2901" y="1345020"/>
            <a:ext cx="1711426" cy="3808700"/>
          </a:xfrm>
          <a:prstGeom prst="rect">
            <a:avLst/>
          </a:prstGeom>
          <a:noFill/>
          <a:ln>
            <a:noFill/>
          </a:ln>
        </p:spPr>
      </p:pic>
      <p:sp>
        <p:nvSpPr>
          <p:cNvPr id="109" name="Google Shape;109;p11"/>
          <p:cNvSpPr txBox="1">
            <a:spLocks noGrp="1"/>
          </p:cNvSpPr>
          <p:nvPr>
            <p:ph type="subTitle" idx="7"/>
          </p:nvPr>
        </p:nvSpPr>
        <p:spPr>
          <a:xfrm>
            <a:off x="3986175" y="51030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0" name="Google Shape;110;p11"/>
          <p:cNvSpPr txBox="1">
            <a:spLocks noGrp="1"/>
          </p:cNvSpPr>
          <p:nvPr>
            <p:ph type="subTitle" idx="8"/>
          </p:nvPr>
        </p:nvSpPr>
        <p:spPr>
          <a:xfrm>
            <a:off x="3986175" y="120235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1" name="Google Shape;111;p11"/>
          <p:cNvSpPr txBox="1">
            <a:spLocks noGrp="1"/>
          </p:cNvSpPr>
          <p:nvPr>
            <p:ph type="subTitle" idx="9"/>
          </p:nvPr>
        </p:nvSpPr>
        <p:spPr>
          <a:xfrm>
            <a:off x="3986175" y="189440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2" name="Google Shape;112;p11"/>
          <p:cNvSpPr txBox="1">
            <a:spLocks noGrp="1"/>
          </p:cNvSpPr>
          <p:nvPr>
            <p:ph type="subTitle" idx="13"/>
          </p:nvPr>
        </p:nvSpPr>
        <p:spPr>
          <a:xfrm>
            <a:off x="3986175" y="258645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3" name="Google Shape;113;p11"/>
          <p:cNvSpPr txBox="1">
            <a:spLocks noGrp="1"/>
          </p:cNvSpPr>
          <p:nvPr>
            <p:ph type="subTitle" idx="14"/>
          </p:nvPr>
        </p:nvSpPr>
        <p:spPr>
          <a:xfrm>
            <a:off x="3986175" y="327850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4" name="Google Shape;114;p11"/>
          <p:cNvSpPr txBox="1">
            <a:spLocks noGrp="1"/>
          </p:cNvSpPr>
          <p:nvPr>
            <p:ph type="subTitle" idx="15"/>
          </p:nvPr>
        </p:nvSpPr>
        <p:spPr>
          <a:xfrm>
            <a:off x="3986175" y="397055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5" name="Google Shape;115;p11"/>
          <p:cNvSpPr txBox="1">
            <a:spLocks noGrp="1"/>
          </p:cNvSpPr>
          <p:nvPr>
            <p:ph type="title"/>
          </p:nvPr>
        </p:nvSpPr>
        <p:spPr>
          <a:xfrm>
            <a:off x="228600" y="228600"/>
            <a:ext cx="2926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16" name="Google Shape;116;p11"/>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17" name="Google Shape;117;p11"/>
          <p:cNvSpPr txBox="1">
            <a:spLocks noGrp="1"/>
          </p:cNvSpPr>
          <p:nvPr>
            <p:ph type="subTitle" idx="16"/>
          </p:nvPr>
        </p:nvSpPr>
        <p:spPr>
          <a:xfrm>
            <a:off x="7851925" y="51030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18" name="Google Shape;118;p11"/>
          <p:cNvSpPr txBox="1">
            <a:spLocks noGrp="1"/>
          </p:cNvSpPr>
          <p:nvPr>
            <p:ph type="subTitle" idx="17"/>
          </p:nvPr>
        </p:nvSpPr>
        <p:spPr>
          <a:xfrm>
            <a:off x="7851925" y="120235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19" name="Google Shape;119;p11"/>
          <p:cNvSpPr txBox="1">
            <a:spLocks noGrp="1"/>
          </p:cNvSpPr>
          <p:nvPr>
            <p:ph type="subTitle" idx="18"/>
          </p:nvPr>
        </p:nvSpPr>
        <p:spPr>
          <a:xfrm>
            <a:off x="7851925" y="189440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20" name="Google Shape;120;p11"/>
          <p:cNvSpPr txBox="1">
            <a:spLocks noGrp="1"/>
          </p:cNvSpPr>
          <p:nvPr>
            <p:ph type="subTitle" idx="19"/>
          </p:nvPr>
        </p:nvSpPr>
        <p:spPr>
          <a:xfrm>
            <a:off x="7851925" y="258645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21" name="Google Shape;121;p11"/>
          <p:cNvSpPr txBox="1">
            <a:spLocks noGrp="1"/>
          </p:cNvSpPr>
          <p:nvPr>
            <p:ph type="subTitle" idx="20"/>
          </p:nvPr>
        </p:nvSpPr>
        <p:spPr>
          <a:xfrm>
            <a:off x="7851925" y="327850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22" name="Google Shape;122;p11"/>
          <p:cNvSpPr txBox="1">
            <a:spLocks noGrp="1"/>
          </p:cNvSpPr>
          <p:nvPr>
            <p:ph type="subTitle" idx="21"/>
          </p:nvPr>
        </p:nvSpPr>
        <p:spPr>
          <a:xfrm>
            <a:off x="7851925" y="397055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23" name="Google Shape;123;p11"/>
          <p:cNvSpPr txBox="1">
            <a:spLocks noGrp="1"/>
          </p:cNvSpPr>
          <p:nvPr>
            <p:ph type="subTitle" idx="22"/>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body and image - Alt 1">
  <p:cSld name="BLANK_1_1_1_1_1_1_1_1_1_1_1_1">
    <p:spTree>
      <p:nvGrpSpPr>
        <p:cNvPr id="1" name="Shape 124"/>
        <p:cNvGrpSpPr/>
        <p:nvPr/>
      </p:nvGrpSpPr>
      <p:grpSpPr>
        <a:xfrm>
          <a:off x="0" y="0"/>
          <a:ext cx="0" cy="0"/>
          <a:chOff x="0" y="0"/>
          <a:chExt cx="0" cy="0"/>
        </a:xfrm>
      </p:grpSpPr>
      <p:pic>
        <p:nvPicPr>
          <p:cNvPr id="125" name="Google Shape;125;p12"/>
          <p:cNvPicPr preferRelativeResize="0"/>
          <p:nvPr/>
        </p:nvPicPr>
        <p:blipFill rotWithShape="1">
          <a:blip r:embed="rId2">
            <a:alphaModFix/>
          </a:blip>
          <a:srcRect t="21452"/>
          <a:stretch/>
        </p:blipFill>
        <p:spPr>
          <a:xfrm>
            <a:off x="4061100" y="0"/>
            <a:ext cx="4136100" cy="3248727"/>
          </a:xfrm>
          <a:prstGeom prst="rect">
            <a:avLst/>
          </a:prstGeom>
          <a:noFill/>
          <a:ln>
            <a:noFill/>
          </a:ln>
        </p:spPr>
      </p:pic>
      <p:sp>
        <p:nvSpPr>
          <p:cNvPr id="126" name="Google Shape;126;p12"/>
          <p:cNvSpPr/>
          <p:nvPr/>
        </p:nvSpPr>
        <p:spPr>
          <a:xfrm rot="-5400000" flipH="1">
            <a:off x="5143020" y="1161600"/>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l="100000" t="100000"/>
            </a:path>
            <a:tileRect r="-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sp>
        <p:nvSpPr>
          <p:cNvPr id="127" name="Google Shape;127;p12"/>
          <p:cNvSpPr/>
          <p:nvPr/>
        </p:nvSpPr>
        <p:spPr>
          <a:xfrm>
            <a:off x="4600000" y="-50"/>
            <a:ext cx="3973152" cy="5143488"/>
          </a:xfrm>
          <a:custGeom>
            <a:avLst/>
            <a:gdLst/>
            <a:ahLst/>
            <a:cxnLst/>
            <a:rect l="l" t="t" r="r" b="b"/>
            <a:pathLst>
              <a:path w="124161" h="160734" extrusionOk="0">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28" name="Google Shape;128;p12"/>
          <p:cNvSpPr txBox="1">
            <a:spLocks noGrp="1"/>
          </p:cNvSpPr>
          <p:nvPr>
            <p:ph type="sldNum" idx="12"/>
          </p:nvPr>
        </p:nvSpPr>
        <p:spPr>
          <a:xfrm>
            <a:off x="6080700" y="3995650"/>
            <a:ext cx="2834700" cy="393600"/>
          </a:xfrm>
          <a:prstGeom prst="rect">
            <a:avLst/>
          </a:prstGeom>
          <a:noFill/>
          <a:ln>
            <a:noFill/>
          </a:ln>
        </p:spPr>
        <p:txBody>
          <a:bodyPr spcFirstLastPara="1" wrap="square" lIns="91425" tIns="91425" rIns="91425" bIns="91425" anchor="ctr" anchorCtr="0">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marL="0" lvl="0" indent="0" algn="r" rtl="0">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29" name="Google Shape;129;p12"/>
          <p:cNvSpPr txBox="1">
            <a:spLocks noGrp="1"/>
          </p:cNvSpPr>
          <p:nvPr>
            <p:ph type="body" idx="1"/>
          </p:nvPr>
        </p:nvSpPr>
        <p:spPr>
          <a:xfrm>
            <a:off x="22860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SzPts val="1200"/>
              <a:buFont typeface="Nunito Sans"/>
              <a:buChar char="●"/>
              <a:defRPr/>
            </a:lvl1pPr>
            <a:lvl2pPr marL="914400" lvl="1" indent="-304800">
              <a:spcBef>
                <a:spcPts val="800"/>
              </a:spcBef>
              <a:spcAft>
                <a:spcPts val="0"/>
              </a:spcAft>
              <a:buSzPts val="1200"/>
              <a:buFont typeface="Nunito Sans"/>
              <a:buChar char="○"/>
              <a:defRPr/>
            </a:lvl2pPr>
            <a:lvl3pPr marL="1371600" lvl="2" indent="-304800">
              <a:spcBef>
                <a:spcPts val="800"/>
              </a:spcBef>
              <a:spcAft>
                <a:spcPts val="0"/>
              </a:spcAft>
              <a:buSzPts val="1200"/>
              <a:buFont typeface="Nunito Sans"/>
              <a:buChar char="■"/>
              <a:defRPr/>
            </a:lvl3pPr>
            <a:lvl4pPr marL="1828800" lvl="3" indent="-304800">
              <a:spcBef>
                <a:spcPts val="800"/>
              </a:spcBef>
              <a:spcAft>
                <a:spcPts val="0"/>
              </a:spcAft>
              <a:buSzPts val="1200"/>
              <a:buFont typeface="Nunito Sans"/>
              <a:buChar char="●"/>
              <a:defRPr/>
            </a:lvl4pPr>
            <a:lvl5pPr marL="2286000" lvl="4" indent="-304800">
              <a:spcBef>
                <a:spcPts val="800"/>
              </a:spcBef>
              <a:spcAft>
                <a:spcPts val="0"/>
              </a:spcAft>
              <a:buSzPts val="1200"/>
              <a:buFont typeface="Nunito Sans"/>
              <a:buChar char="○"/>
              <a:defRPr/>
            </a:lvl5pPr>
            <a:lvl6pPr marL="2743200" lvl="5" indent="-304800">
              <a:spcBef>
                <a:spcPts val="800"/>
              </a:spcBef>
              <a:spcAft>
                <a:spcPts val="0"/>
              </a:spcAft>
              <a:buSzPts val="1200"/>
              <a:buFont typeface="Nunito Sans"/>
              <a:buChar char="■"/>
              <a:defRPr/>
            </a:lvl6pPr>
            <a:lvl7pPr marL="3200400" lvl="6" indent="-304800">
              <a:spcBef>
                <a:spcPts val="800"/>
              </a:spcBef>
              <a:spcAft>
                <a:spcPts val="0"/>
              </a:spcAft>
              <a:buSzPts val="1200"/>
              <a:buFont typeface="Nunito Sans"/>
              <a:buChar char="●"/>
              <a:defRPr/>
            </a:lvl7pPr>
            <a:lvl8pPr marL="3657600" lvl="7" indent="-304800">
              <a:spcBef>
                <a:spcPts val="800"/>
              </a:spcBef>
              <a:spcAft>
                <a:spcPts val="0"/>
              </a:spcAft>
              <a:buSzPts val="1200"/>
              <a:buFont typeface="Nunito Sans"/>
              <a:buChar char="○"/>
              <a:defRPr/>
            </a:lvl8pPr>
            <a:lvl9pPr marL="4114800" lvl="8" indent="-304800">
              <a:spcBef>
                <a:spcPts val="800"/>
              </a:spcBef>
              <a:spcAft>
                <a:spcPts val="800"/>
              </a:spcAft>
              <a:buSzPts val="1200"/>
              <a:buFont typeface="Nunito Sans"/>
              <a:buChar char="■"/>
              <a:defRPr/>
            </a:lvl9pPr>
          </a:lstStyle>
          <a:p>
            <a:endParaRPr/>
          </a:p>
        </p:txBody>
      </p:sp>
      <p:sp>
        <p:nvSpPr>
          <p:cNvPr id="130" name="Google Shape;130;p12"/>
          <p:cNvSpPr>
            <a:spLocks noGrp="1"/>
          </p:cNvSpPr>
          <p:nvPr>
            <p:ph type="pic" idx="2"/>
          </p:nvPr>
        </p:nvSpPr>
        <p:spPr>
          <a:xfrm>
            <a:off x="5212300" y="460300"/>
            <a:ext cx="3702900" cy="4136100"/>
          </a:xfrm>
          <a:prstGeom prst="roundRect">
            <a:avLst>
              <a:gd name="adj" fmla="val 6865"/>
            </a:avLst>
          </a:prstGeom>
          <a:noFill/>
          <a:ln>
            <a:noFill/>
          </a:ln>
        </p:spPr>
        <p:txBody>
          <a:bodyPr/>
          <a:lstStyle/>
          <a:p>
            <a:endParaRPr lang="en-IN"/>
          </a:p>
        </p:txBody>
      </p:sp>
      <p:sp>
        <p:nvSpPr>
          <p:cNvPr id="131" name="Google Shape;131;p12"/>
          <p:cNvSpPr txBox="1">
            <a:spLocks noGrp="1"/>
          </p:cNvSpPr>
          <p:nvPr>
            <p:ph type="title"/>
          </p:nvPr>
        </p:nvSpPr>
        <p:spPr>
          <a:xfrm>
            <a:off x="22860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32" name="Google Shape;132;p12"/>
          <p:cNvSpPr/>
          <p:nvPr/>
        </p:nvSpPr>
        <p:spPr>
          <a:xfrm>
            <a:off x="7766436" y="148752"/>
            <a:ext cx="1377568" cy="2421760"/>
          </a:xfrm>
          <a:custGeom>
            <a:avLst/>
            <a:gdLst/>
            <a:ahLst/>
            <a:cxnLst/>
            <a:rect l="l" t="t" r="r" b="b"/>
            <a:pathLst>
              <a:path w="43049" h="75680" extrusionOk="0">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33" name="Google Shape;133;p12"/>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34" name="Google Shape;134;p12"/>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body and image - Alt 2">
  <p:cSld name="BLANK_1_1_1_1_1_1_1_1_1_1_1_1_2">
    <p:spTree>
      <p:nvGrpSpPr>
        <p:cNvPr id="1" name="Shape 135"/>
        <p:cNvGrpSpPr/>
        <p:nvPr/>
      </p:nvGrpSpPr>
      <p:grpSpPr>
        <a:xfrm>
          <a:off x="0" y="0"/>
          <a:ext cx="0" cy="0"/>
          <a:chOff x="0" y="0"/>
          <a:chExt cx="0" cy="0"/>
        </a:xfrm>
      </p:grpSpPr>
      <p:pic>
        <p:nvPicPr>
          <p:cNvPr id="136" name="Google Shape;136;p13"/>
          <p:cNvPicPr preferRelativeResize="0"/>
          <p:nvPr/>
        </p:nvPicPr>
        <p:blipFill rotWithShape="1">
          <a:blip r:embed="rId2">
            <a:alphaModFix/>
          </a:blip>
          <a:srcRect b="59421"/>
          <a:stretch/>
        </p:blipFill>
        <p:spPr>
          <a:xfrm>
            <a:off x="4246500" y="3605146"/>
            <a:ext cx="3791099" cy="1538350"/>
          </a:xfrm>
          <a:prstGeom prst="rect">
            <a:avLst/>
          </a:prstGeom>
          <a:noFill/>
          <a:ln>
            <a:noFill/>
          </a:ln>
        </p:spPr>
      </p:pic>
      <p:sp>
        <p:nvSpPr>
          <p:cNvPr id="137" name="Google Shape;137;p13"/>
          <p:cNvSpPr/>
          <p:nvPr/>
        </p:nvSpPr>
        <p:spPr>
          <a:xfrm rot="-5400000">
            <a:off x="5152931" y="-3996218"/>
            <a:ext cx="7978200" cy="7978200"/>
          </a:xfrm>
          <a:prstGeom prst="pie">
            <a:avLst>
              <a:gd name="adj1" fmla="val 10792592"/>
              <a:gd name="adj2" fmla="val 16198514"/>
            </a:avLst>
          </a:prstGeom>
          <a:gradFill>
            <a:gsLst>
              <a:gs pos="0">
                <a:schemeClr val="accent1"/>
              </a:gs>
              <a:gs pos="50000">
                <a:schemeClr val="dk2"/>
              </a:gs>
              <a:gs pos="100000">
                <a:schemeClr val="dk2"/>
              </a:gs>
            </a:gsLst>
            <a:path path="circle">
              <a:fillToRect l="100000" b="100000"/>
            </a:path>
            <a:tileRect t="-100000" r="-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pic>
        <p:nvPicPr>
          <p:cNvPr id="138" name="Google Shape;138;p13"/>
          <p:cNvPicPr preferRelativeResize="0"/>
          <p:nvPr/>
        </p:nvPicPr>
        <p:blipFill rotWithShape="1">
          <a:blip r:embed="rId3">
            <a:alphaModFix/>
          </a:blip>
          <a:srcRect l="150" b="34692"/>
          <a:stretch/>
        </p:blipFill>
        <p:spPr>
          <a:xfrm rot="10800000">
            <a:off x="3915350" y="-2066"/>
            <a:ext cx="3992800" cy="2611474"/>
          </a:xfrm>
          <a:prstGeom prst="rect">
            <a:avLst/>
          </a:prstGeom>
          <a:noFill/>
          <a:ln>
            <a:noFill/>
          </a:ln>
        </p:spPr>
      </p:pic>
      <p:sp>
        <p:nvSpPr>
          <p:cNvPr id="139" name="Google Shape;139;p13"/>
          <p:cNvSpPr/>
          <p:nvPr/>
        </p:nvSpPr>
        <p:spPr>
          <a:xfrm>
            <a:off x="4638645" y="1838308"/>
            <a:ext cx="4505344" cy="3305184"/>
          </a:xfrm>
          <a:custGeom>
            <a:avLst/>
            <a:gdLst/>
            <a:ahLst/>
            <a:cxnLst/>
            <a:rect l="l" t="t" r="r" b="b"/>
            <a:pathLst>
              <a:path w="140792" h="103287" extrusionOk="0">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40" name="Google Shape;140;p13"/>
          <p:cNvSpPr txBox="1">
            <a:spLocks noGrp="1"/>
          </p:cNvSpPr>
          <p:nvPr>
            <p:ph type="sldNum" idx="12"/>
          </p:nvPr>
        </p:nvSpPr>
        <p:spPr>
          <a:xfrm>
            <a:off x="6080700" y="3995650"/>
            <a:ext cx="2834700" cy="393600"/>
          </a:xfrm>
          <a:prstGeom prst="rect">
            <a:avLst/>
          </a:prstGeom>
          <a:noFill/>
          <a:ln>
            <a:noFill/>
          </a:ln>
        </p:spPr>
        <p:txBody>
          <a:bodyPr spcFirstLastPara="1" wrap="square" lIns="91425" tIns="91425" rIns="91425" bIns="91425" anchor="ctr" anchorCtr="0">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marL="0" lvl="0" indent="0" algn="r" rtl="0">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41" name="Google Shape;141;p13"/>
          <p:cNvSpPr txBox="1">
            <a:spLocks noGrp="1"/>
          </p:cNvSpPr>
          <p:nvPr>
            <p:ph type="body" idx="1"/>
          </p:nvPr>
        </p:nvSpPr>
        <p:spPr>
          <a:xfrm>
            <a:off x="22860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SzPts val="1200"/>
              <a:buFont typeface="Nunito Sans"/>
              <a:buChar char="●"/>
              <a:defRPr/>
            </a:lvl1pPr>
            <a:lvl2pPr marL="914400" lvl="1" indent="-304800">
              <a:spcBef>
                <a:spcPts val="800"/>
              </a:spcBef>
              <a:spcAft>
                <a:spcPts val="0"/>
              </a:spcAft>
              <a:buSzPts val="1200"/>
              <a:buFont typeface="Nunito Sans"/>
              <a:buChar char="○"/>
              <a:defRPr/>
            </a:lvl2pPr>
            <a:lvl3pPr marL="1371600" lvl="2" indent="-304800">
              <a:spcBef>
                <a:spcPts val="800"/>
              </a:spcBef>
              <a:spcAft>
                <a:spcPts val="0"/>
              </a:spcAft>
              <a:buSzPts val="1200"/>
              <a:buFont typeface="Nunito Sans"/>
              <a:buChar char="■"/>
              <a:defRPr/>
            </a:lvl3pPr>
            <a:lvl4pPr marL="1828800" lvl="3" indent="-304800">
              <a:spcBef>
                <a:spcPts val="800"/>
              </a:spcBef>
              <a:spcAft>
                <a:spcPts val="0"/>
              </a:spcAft>
              <a:buSzPts val="1200"/>
              <a:buFont typeface="Nunito Sans"/>
              <a:buChar char="●"/>
              <a:defRPr/>
            </a:lvl4pPr>
            <a:lvl5pPr marL="2286000" lvl="4" indent="-304800">
              <a:spcBef>
                <a:spcPts val="800"/>
              </a:spcBef>
              <a:spcAft>
                <a:spcPts val="0"/>
              </a:spcAft>
              <a:buSzPts val="1200"/>
              <a:buFont typeface="Nunito Sans"/>
              <a:buChar char="○"/>
              <a:defRPr/>
            </a:lvl5pPr>
            <a:lvl6pPr marL="2743200" lvl="5" indent="-304800">
              <a:spcBef>
                <a:spcPts val="800"/>
              </a:spcBef>
              <a:spcAft>
                <a:spcPts val="0"/>
              </a:spcAft>
              <a:buSzPts val="1200"/>
              <a:buFont typeface="Nunito Sans"/>
              <a:buChar char="■"/>
              <a:defRPr/>
            </a:lvl6pPr>
            <a:lvl7pPr marL="3200400" lvl="6" indent="-304800">
              <a:spcBef>
                <a:spcPts val="800"/>
              </a:spcBef>
              <a:spcAft>
                <a:spcPts val="0"/>
              </a:spcAft>
              <a:buSzPts val="1200"/>
              <a:buFont typeface="Nunito Sans"/>
              <a:buChar char="●"/>
              <a:defRPr/>
            </a:lvl7pPr>
            <a:lvl8pPr marL="3657600" lvl="7" indent="-304800">
              <a:spcBef>
                <a:spcPts val="800"/>
              </a:spcBef>
              <a:spcAft>
                <a:spcPts val="0"/>
              </a:spcAft>
              <a:buSzPts val="1200"/>
              <a:buFont typeface="Nunito Sans"/>
              <a:buChar char="○"/>
              <a:defRPr/>
            </a:lvl8pPr>
            <a:lvl9pPr marL="4114800" lvl="8" indent="-304800">
              <a:spcBef>
                <a:spcPts val="800"/>
              </a:spcBef>
              <a:spcAft>
                <a:spcPts val="800"/>
              </a:spcAft>
              <a:buSzPts val="1200"/>
              <a:buFont typeface="Nunito Sans"/>
              <a:buChar char="■"/>
              <a:defRPr/>
            </a:lvl9pPr>
          </a:lstStyle>
          <a:p>
            <a:endParaRPr/>
          </a:p>
        </p:txBody>
      </p:sp>
      <p:sp>
        <p:nvSpPr>
          <p:cNvPr id="142" name="Google Shape;142;p13"/>
          <p:cNvSpPr>
            <a:spLocks noGrp="1"/>
          </p:cNvSpPr>
          <p:nvPr>
            <p:ph type="pic" idx="2"/>
          </p:nvPr>
        </p:nvSpPr>
        <p:spPr>
          <a:xfrm>
            <a:off x="5212300" y="460300"/>
            <a:ext cx="3702900" cy="4136100"/>
          </a:xfrm>
          <a:prstGeom prst="roundRect">
            <a:avLst>
              <a:gd name="adj" fmla="val 6865"/>
            </a:avLst>
          </a:prstGeom>
          <a:noFill/>
          <a:ln>
            <a:noFill/>
          </a:ln>
        </p:spPr>
      </p:sp>
      <p:sp>
        <p:nvSpPr>
          <p:cNvPr id="143" name="Google Shape;143;p13"/>
          <p:cNvSpPr txBox="1">
            <a:spLocks noGrp="1"/>
          </p:cNvSpPr>
          <p:nvPr>
            <p:ph type="title"/>
          </p:nvPr>
        </p:nvSpPr>
        <p:spPr>
          <a:xfrm>
            <a:off x="22860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44" name="Google Shape;144;p13"/>
          <p:cNvSpPr/>
          <p:nvPr/>
        </p:nvSpPr>
        <p:spPr>
          <a:xfrm>
            <a:off x="7305660" y="0"/>
            <a:ext cx="1838336" cy="1509728"/>
          </a:xfrm>
          <a:custGeom>
            <a:avLst/>
            <a:gdLst/>
            <a:ahLst/>
            <a:cxnLst/>
            <a:rect l="l" t="t" r="r" b="b"/>
            <a:pathLst>
              <a:path w="57448" h="47179" extrusionOk="0">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45" name="Google Shape;145;p13"/>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46" name="Google Shape;146;p13"/>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body and image - Alt 3">
  <p:cSld name="BLANK_1_1_1_1_1_1_1_1_1_1_1_1_2_1">
    <p:spTree>
      <p:nvGrpSpPr>
        <p:cNvPr id="1"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t="23213"/>
          <a:stretch/>
        </p:blipFill>
        <p:spPr>
          <a:xfrm>
            <a:off x="1618675" y="-3"/>
            <a:ext cx="3241201" cy="2488724"/>
          </a:xfrm>
          <a:prstGeom prst="rect">
            <a:avLst/>
          </a:prstGeom>
          <a:noFill/>
          <a:ln>
            <a:noFill/>
          </a:ln>
        </p:spPr>
      </p:pic>
      <p:sp>
        <p:nvSpPr>
          <p:cNvPr id="149" name="Google Shape;149;p14"/>
          <p:cNvSpPr/>
          <p:nvPr/>
        </p:nvSpPr>
        <p:spPr>
          <a:xfrm rot="5400000">
            <a:off x="-3986651" y="1159982"/>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pic>
        <p:nvPicPr>
          <p:cNvPr id="150" name="Google Shape;150;p14"/>
          <p:cNvPicPr preferRelativeResize="0"/>
          <p:nvPr/>
        </p:nvPicPr>
        <p:blipFill rotWithShape="1">
          <a:blip r:embed="rId3">
            <a:alphaModFix/>
          </a:blip>
          <a:srcRect r="37757"/>
          <a:stretch/>
        </p:blipFill>
        <p:spPr>
          <a:xfrm rot="10800000">
            <a:off x="0" y="921550"/>
            <a:ext cx="2485250" cy="3992800"/>
          </a:xfrm>
          <a:prstGeom prst="rect">
            <a:avLst/>
          </a:prstGeom>
          <a:noFill/>
          <a:ln>
            <a:noFill/>
          </a:ln>
        </p:spPr>
      </p:pic>
      <p:sp>
        <p:nvSpPr>
          <p:cNvPr id="151" name="Google Shape;151;p14"/>
          <p:cNvSpPr txBox="1">
            <a:spLocks noGrp="1"/>
          </p:cNvSpPr>
          <p:nvPr>
            <p:ph type="sldNum" idx="12"/>
          </p:nvPr>
        </p:nvSpPr>
        <p:spPr>
          <a:xfrm>
            <a:off x="6080700" y="3995650"/>
            <a:ext cx="2834700" cy="393600"/>
          </a:xfrm>
          <a:prstGeom prst="rect">
            <a:avLst/>
          </a:prstGeom>
          <a:noFill/>
          <a:ln>
            <a:noFill/>
          </a:ln>
        </p:spPr>
        <p:txBody>
          <a:bodyPr spcFirstLastPara="1" wrap="square" lIns="91425" tIns="91425" rIns="91425" bIns="91425" anchor="ctr" anchorCtr="0">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marL="0" lvl="0" indent="0" algn="r" rtl="0">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52" name="Google Shape;152;p14"/>
          <p:cNvSpPr txBox="1">
            <a:spLocks noGrp="1"/>
          </p:cNvSpPr>
          <p:nvPr>
            <p:ph type="body" idx="1"/>
          </p:nvPr>
        </p:nvSpPr>
        <p:spPr>
          <a:xfrm>
            <a:off x="461895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SzPts val="1200"/>
              <a:buFont typeface="Nunito Sans"/>
              <a:buChar char="●"/>
              <a:defRPr/>
            </a:lvl1pPr>
            <a:lvl2pPr marL="914400" lvl="1" indent="-304800">
              <a:spcBef>
                <a:spcPts val="800"/>
              </a:spcBef>
              <a:spcAft>
                <a:spcPts val="0"/>
              </a:spcAft>
              <a:buSzPts val="1200"/>
              <a:buFont typeface="Nunito Sans"/>
              <a:buChar char="○"/>
              <a:defRPr/>
            </a:lvl2pPr>
            <a:lvl3pPr marL="1371600" lvl="2" indent="-304800">
              <a:spcBef>
                <a:spcPts val="800"/>
              </a:spcBef>
              <a:spcAft>
                <a:spcPts val="0"/>
              </a:spcAft>
              <a:buSzPts val="1200"/>
              <a:buFont typeface="Nunito Sans"/>
              <a:buChar char="■"/>
              <a:defRPr/>
            </a:lvl3pPr>
            <a:lvl4pPr marL="1828800" lvl="3" indent="-304800">
              <a:spcBef>
                <a:spcPts val="800"/>
              </a:spcBef>
              <a:spcAft>
                <a:spcPts val="0"/>
              </a:spcAft>
              <a:buSzPts val="1200"/>
              <a:buFont typeface="Nunito Sans"/>
              <a:buChar char="●"/>
              <a:defRPr/>
            </a:lvl4pPr>
            <a:lvl5pPr marL="2286000" lvl="4" indent="-304800">
              <a:spcBef>
                <a:spcPts val="800"/>
              </a:spcBef>
              <a:spcAft>
                <a:spcPts val="0"/>
              </a:spcAft>
              <a:buSzPts val="1200"/>
              <a:buFont typeface="Nunito Sans"/>
              <a:buChar char="○"/>
              <a:defRPr/>
            </a:lvl5pPr>
            <a:lvl6pPr marL="2743200" lvl="5" indent="-304800">
              <a:spcBef>
                <a:spcPts val="800"/>
              </a:spcBef>
              <a:spcAft>
                <a:spcPts val="0"/>
              </a:spcAft>
              <a:buSzPts val="1200"/>
              <a:buFont typeface="Nunito Sans"/>
              <a:buChar char="■"/>
              <a:defRPr/>
            </a:lvl6pPr>
            <a:lvl7pPr marL="3200400" lvl="6" indent="-304800">
              <a:spcBef>
                <a:spcPts val="800"/>
              </a:spcBef>
              <a:spcAft>
                <a:spcPts val="0"/>
              </a:spcAft>
              <a:buSzPts val="1200"/>
              <a:buFont typeface="Nunito Sans"/>
              <a:buChar char="●"/>
              <a:defRPr/>
            </a:lvl7pPr>
            <a:lvl8pPr marL="3657600" lvl="7" indent="-304800">
              <a:spcBef>
                <a:spcPts val="800"/>
              </a:spcBef>
              <a:spcAft>
                <a:spcPts val="0"/>
              </a:spcAft>
              <a:buSzPts val="1200"/>
              <a:buFont typeface="Nunito Sans"/>
              <a:buChar char="○"/>
              <a:defRPr/>
            </a:lvl8pPr>
            <a:lvl9pPr marL="4114800" lvl="8" indent="-304800">
              <a:spcBef>
                <a:spcPts val="800"/>
              </a:spcBef>
              <a:spcAft>
                <a:spcPts val="800"/>
              </a:spcAft>
              <a:buSzPts val="1200"/>
              <a:buFont typeface="Nunito Sans"/>
              <a:buChar char="■"/>
              <a:defRPr/>
            </a:lvl9pPr>
          </a:lstStyle>
          <a:p>
            <a:endParaRPr/>
          </a:p>
        </p:txBody>
      </p:sp>
      <p:sp>
        <p:nvSpPr>
          <p:cNvPr id="153" name="Google Shape;153;p14"/>
          <p:cNvSpPr txBox="1">
            <a:spLocks noGrp="1"/>
          </p:cNvSpPr>
          <p:nvPr>
            <p:ph type="title"/>
          </p:nvPr>
        </p:nvSpPr>
        <p:spPr>
          <a:xfrm>
            <a:off x="461895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54" name="Google Shape;154;p14"/>
          <p:cNvSpPr/>
          <p:nvPr/>
        </p:nvSpPr>
        <p:spPr>
          <a:xfrm>
            <a:off x="0" y="0"/>
            <a:ext cx="4296549" cy="4588647"/>
          </a:xfrm>
          <a:custGeom>
            <a:avLst/>
            <a:gdLst/>
            <a:ahLst/>
            <a:cxnLst/>
            <a:rect l="l" t="t" r="r" b="b"/>
            <a:pathLst>
              <a:path w="136811" h="146112" extrusionOk="0">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55" name="Google Shape;155;p14"/>
          <p:cNvSpPr>
            <a:spLocks noGrp="1"/>
          </p:cNvSpPr>
          <p:nvPr>
            <p:ph type="pic" idx="2"/>
          </p:nvPr>
        </p:nvSpPr>
        <p:spPr>
          <a:xfrm>
            <a:off x="313800" y="460300"/>
            <a:ext cx="3702900" cy="4136100"/>
          </a:xfrm>
          <a:prstGeom prst="roundRect">
            <a:avLst>
              <a:gd name="adj" fmla="val 6865"/>
            </a:avLst>
          </a:prstGeom>
          <a:noFill/>
          <a:ln>
            <a:noFill/>
          </a:ln>
        </p:spPr>
      </p:sp>
      <p:sp>
        <p:nvSpPr>
          <p:cNvPr id="156" name="Google Shape;156;p14"/>
          <p:cNvSpPr/>
          <p:nvPr/>
        </p:nvSpPr>
        <p:spPr>
          <a:xfrm>
            <a:off x="-1692" y="0"/>
            <a:ext cx="1834577" cy="1066372"/>
          </a:xfrm>
          <a:custGeom>
            <a:avLst/>
            <a:gdLst/>
            <a:ahLst/>
            <a:cxnLst/>
            <a:rect l="l" t="t" r="r" b="b"/>
            <a:pathLst>
              <a:path w="59978" h="34863" extrusionOk="0">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57" name="Google Shape;157;p14"/>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158" name="Google Shape;158;p14"/>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body and image - Alt 4">
  <p:cSld name="BLANK_1_1_1_1_1_1_1_1_1_1_1_1_2_1_1">
    <p:spTree>
      <p:nvGrpSpPr>
        <p:cNvPr id="1" name="Shape 159"/>
        <p:cNvGrpSpPr/>
        <p:nvPr/>
      </p:nvGrpSpPr>
      <p:grpSpPr>
        <a:xfrm>
          <a:off x="0" y="0"/>
          <a:ext cx="0" cy="0"/>
          <a:chOff x="0" y="0"/>
          <a:chExt cx="0" cy="0"/>
        </a:xfrm>
      </p:grpSpPr>
      <p:pic>
        <p:nvPicPr>
          <p:cNvPr id="160" name="Google Shape;160;p15"/>
          <p:cNvPicPr preferRelativeResize="0"/>
          <p:nvPr/>
        </p:nvPicPr>
        <p:blipFill rotWithShape="1">
          <a:blip r:embed="rId2">
            <a:alphaModFix/>
          </a:blip>
          <a:srcRect b="50879"/>
          <a:stretch/>
        </p:blipFill>
        <p:spPr>
          <a:xfrm rot="10800000">
            <a:off x="4511648" y="-5102"/>
            <a:ext cx="3255127" cy="1598802"/>
          </a:xfrm>
          <a:prstGeom prst="rect">
            <a:avLst/>
          </a:prstGeom>
          <a:noFill/>
          <a:ln>
            <a:noFill/>
          </a:ln>
        </p:spPr>
      </p:pic>
      <p:sp>
        <p:nvSpPr>
          <p:cNvPr id="161" name="Google Shape;161;p15"/>
          <p:cNvSpPr/>
          <p:nvPr/>
        </p:nvSpPr>
        <p:spPr>
          <a:xfrm>
            <a:off x="5160582" y="1163682"/>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l="100000" t="100000"/>
            </a:path>
            <a:tileRect r="-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pic>
        <p:nvPicPr>
          <p:cNvPr id="162" name="Google Shape;162;p15"/>
          <p:cNvPicPr preferRelativeResize="0"/>
          <p:nvPr/>
        </p:nvPicPr>
        <p:blipFill rotWithShape="1">
          <a:blip r:embed="rId3">
            <a:alphaModFix/>
          </a:blip>
          <a:srcRect t="39965"/>
          <a:stretch/>
        </p:blipFill>
        <p:spPr>
          <a:xfrm rot="10800000">
            <a:off x="4410800" y="2763370"/>
            <a:ext cx="3992800" cy="2397126"/>
          </a:xfrm>
          <a:prstGeom prst="rect">
            <a:avLst/>
          </a:prstGeom>
          <a:noFill/>
          <a:ln>
            <a:noFill/>
          </a:ln>
        </p:spPr>
      </p:pic>
      <p:sp>
        <p:nvSpPr>
          <p:cNvPr id="163" name="Google Shape;163;p15"/>
          <p:cNvSpPr/>
          <p:nvPr/>
        </p:nvSpPr>
        <p:spPr>
          <a:xfrm>
            <a:off x="5269687" y="0"/>
            <a:ext cx="3874304" cy="2438400"/>
          </a:xfrm>
          <a:custGeom>
            <a:avLst/>
            <a:gdLst/>
            <a:ahLst/>
            <a:cxnLst/>
            <a:rect l="l" t="t" r="r" b="b"/>
            <a:pathLst>
              <a:path w="121072" h="76200" extrusionOk="0">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Nunito Sans"/>
              <a:ea typeface="Nunito Sans"/>
              <a:cs typeface="Nunito Sans"/>
              <a:sym typeface="Nunito Sans"/>
            </a:endParaRPr>
          </a:p>
        </p:txBody>
      </p:sp>
      <p:sp>
        <p:nvSpPr>
          <p:cNvPr id="164" name="Google Shape;164;p15"/>
          <p:cNvSpPr txBox="1">
            <a:spLocks noGrp="1"/>
          </p:cNvSpPr>
          <p:nvPr>
            <p:ph type="body" idx="1"/>
          </p:nvPr>
        </p:nvSpPr>
        <p:spPr>
          <a:xfrm>
            <a:off x="22860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Clr>
                <a:schemeClr val="dk1"/>
              </a:buClr>
              <a:buSzPts val="1200"/>
              <a:buFont typeface="Nunito Sans"/>
              <a:buChar char="●"/>
              <a:defRPr/>
            </a:lvl1pPr>
            <a:lvl2pPr marL="914400" lvl="1" indent="-304800">
              <a:spcBef>
                <a:spcPts val="800"/>
              </a:spcBef>
              <a:spcAft>
                <a:spcPts val="0"/>
              </a:spcAft>
              <a:buClr>
                <a:schemeClr val="dk1"/>
              </a:buClr>
              <a:buSzPts val="1200"/>
              <a:buFont typeface="Nunito Sans"/>
              <a:buChar char="○"/>
              <a:defRPr/>
            </a:lvl2pPr>
            <a:lvl3pPr marL="1371600" lvl="2" indent="-304800">
              <a:spcBef>
                <a:spcPts val="800"/>
              </a:spcBef>
              <a:spcAft>
                <a:spcPts val="0"/>
              </a:spcAft>
              <a:buClr>
                <a:schemeClr val="dk1"/>
              </a:buClr>
              <a:buSzPts val="1200"/>
              <a:buFont typeface="Nunito Sans"/>
              <a:buChar char="■"/>
              <a:defRPr/>
            </a:lvl3pPr>
            <a:lvl4pPr marL="1828800" lvl="3" indent="-304800">
              <a:spcBef>
                <a:spcPts val="800"/>
              </a:spcBef>
              <a:spcAft>
                <a:spcPts val="0"/>
              </a:spcAft>
              <a:buClr>
                <a:schemeClr val="dk1"/>
              </a:buClr>
              <a:buSzPts val="1200"/>
              <a:buFont typeface="Nunito Sans"/>
              <a:buChar char="●"/>
              <a:defRPr/>
            </a:lvl4pPr>
            <a:lvl5pPr marL="2286000" lvl="4" indent="-304800">
              <a:spcBef>
                <a:spcPts val="800"/>
              </a:spcBef>
              <a:spcAft>
                <a:spcPts val="0"/>
              </a:spcAft>
              <a:buClr>
                <a:schemeClr val="dk1"/>
              </a:buClr>
              <a:buSzPts val="1200"/>
              <a:buFont typeface="Nunito Sans"/>
              <a:buChar char="○"/>
              <a:defRPr/>
            </a:lvl5pPr>
            <a:lvl6pPr marL="2743200" lvl="5" indent="-304800">
              <a:spcBef>
                <a:spcPts val="800"/>
              </a:spcBef>
              <a:spcAft>
                <a:spcPts val="0"/>
              </a:spcAft>
              <a:buClr>
                <a:schemeClr val="dk1"/>
              </a:buClr>
              <a:buSzPts val="1200"/>
              <a:buFont typeface="Nunito Sans"/>
              <a:buChar char="■"/>
              <a:defRPr/>
            </a:lvl6pPr>
            <a:lvl7pPr marL="3200400" lvl="6" indent="-304800">
              <a:spcBef>
                <a:spcPts val="800"/>
              </a:spcBef>
              <a:spcAft>
                <a:spcPts val="0"/>
              </a:spcAft>
              <a:buClr>
                <a:schemeClr val="dk1"/>
              </a:buClr>
              <a:buSzPts val="1200"/>
              <a:buFont typeface="Nunito Sans"/>
              <a:buChar char="●"/>
              <a:defRPr/>
            </a:lvl7pPr>
            <a:lvl8pPr marL="3657600" lvl="7" indent="-304800">
              <a:spcBef>
                <a:spcPts val="800"/>
              </a:spcBef>
              <a:spcAft>
                <a:spcPts val="0"/>
              </a:spcAft>
              <a:buClr>
                <a:schemeClr val="dk1"/>
              </a:buClr>
              <a:buSzPts val="1200"/>
              <a:buFont typeface="Nunito Sans"/>
              <a:buChar char="○"/>
              <a:defRPr/>
            </a:lvl8pPr>
            <a:lvl9pPr marL="4114800" lvl="8" indent="-304800">
              <a:spcBef>
                <a:spcPts val="800"/>
              </a:spcBef>
              <a:spcAft>
                <a:spcPts val="800"/>
              </a:spcAft>
              <a:buClr>
                <a:schemeClr val="dk1"/>
              </a:buClr>
              <a:buSzPts val="1200"/>
              <a:buFont typeface="Nunito Sans"/>
              <a:buChar char="■"/>
              <a:defRPr/>
            </a:lvl9pPr>
          </a:lstStyle>
          <a:p>
            <a:endParaRPr/>
          </a:p>
        </p:txBody>
      </p:sp>
      <p:sp>
        <p:nvSpPr>
          <p:cNvPr id="165" name="Google Shape;165;p15"/>
          <p:cNvSpPr>
            <a:spLocks noGrp="1"/>
          </p:cNvSpPr>
          <p:nvPr>
            <p:ph type="pic" idx="2"/>
          </p:nvPr>
        </p:nvSpPr>
        <p:spPr>
          <a:xfrm>
            <a:off x="5212300" y="460300"/>
            <a:ext cx="3702900" cy="4136100"/>
          </a:xfrm>
          <a:prstGeom prst="roundRect">
            <a:avLst>
              <a:gd name="adj" fmla="val 6865"/>
            </a:avLst>
          </a:prstGeom>
          <a:noFill/>
          <a:ln>
            <a:noFill/>
          </a:ln>
        </p:spPr>
      </p:sp>
      <p:sp>
        <p:nvSpPr>
          <p:cNvPr id="166" name="Google Shape;166;p15"/>
          <p:cNvSpPr txBox="1">
            <a:spLocks noGrp="1"/>
          </p:cNvSpPr>
          <p:nvPr>
            <p:ph type="title"/>
          </p:nvPr>
        </p:nvSpPr>
        <p:spPr>
          <a:xfrm>
            <a:off x="22860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67" name="Google Shape;167;p15"/>
          <p:cNvSpPr/>
          <p:nvPr/>
        </p:nvSpPr>
        <p:spPr>
          <a:xfrm>
            <a:off x="4680310" y="3856552"/>
            <a:ext cx="2576544" cy="1302560"/>
          </a:xfrm>
          <a:custGeom>
            <a:avLst/>
            <a:gdLst/>
            <a:ahLst/>
            <a:cxnLst/>
            <a:rect l="l" t="t" r="r" b="b"/>
            <a:pathLst>
              <a:path w="80517" h="40705" extrusionOk="0">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Nunito Sans"/>
              <a:ea typeface="Nunito Sans"/>
              <a:cs typeface="Nunito Sans"/>
              <a:sym typeface="Nunito Sans"/>
            </a:endParaRPr>
          </a:p>
        </p:txBody>
      </p:sp>
      <p:sp>
        <p:nvSpPr>
          <p:cNvPr id="168" name="Google Shape;168;p15"/>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69" name="Google Shape;169;p15"/>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big ideas - Alt 1">
  <p:cSld name="BLANK_1_1_1_1_1_1_1_1_1_1_1_1_1_1">
    <p:spTree>
      <p:nvGrpSpPr>
        <p:cNvPr id="1" name="Shape 170"/>
        <p:cNvGrpSpPr/>
        <p:nvPr/>
      </p:nvGrpSpPr>
      <p:grpSpPr>
        <a:xfrm>
          <a:off x="0" y="0"/>
          <a:ext cx="0" cy="0"/>
          <a:chOff x="0" y="0"/>
          <a:chExt cx="0" cy="0"/>
        </a:xfrm>
      </p:grpSpPr>
      <p:sp>
        <p:nvSpPr>
          <p:cNvPr id="171" name="Google Shape;171;p16"/>
          <p:cNvSpPr txBox="1">
            <a:spLocks noGrp="1"/>
          </p:cNvSpPr>
          <p:nvPr>
            <p:ph type="subTitle" idx="1"/>
          </p:nvPr>
        </p:nvSpPr>
        <p:spPr>
          <a:xfrm>
            <a:off x="228600" y="2568175"/>
            <a:ext cx="2834700" cy="400200"/>
          </a:xfrm>
          <a:prstGeom prst="rect">
            <a:avLst/>
          </a:prstGeom>
        </p:spPr>
        <p:txBody>
          <a:bodyPr spcFirstLastPara="1" wrap="square" lIns="274300" tIns="0" rIns="274300"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172" name="Google Shape;172;p16"/>
          <p:cNvSpPr txBox="1">
            <a:spLocks noGrp="1"/>
          </p:cNvSpPr>
          <p:nvPr>
            <p:ph type="subTitle" idx="2"/>
          </p:nvPr>
        </p:nvSpPr>
        <p:spPr>
          <a:xfrm>
            <a:off x="3156613" y="2568175"/>
            <a:ext cx="2834700" cy="400200"/>
          </a:xfrm>
          <a:prstGeom prst="rect">
            <a:avLst/>
          </a:prstGeom>
        </p:spPr>
        <p:txBody>
          <a:bodyPr spcFirstLastPara="1" wrap="square" lIns="274300" tIns="0" rIns="274300"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173" name="Google Shape;173;p16"/>
          <p:cNvSpPr txBox="1">
            <a:spLocks noGrp="1"/>
          </p:cNvSpPr>
          <p:nvPr>
            <p:ph type="subTitle" idx="3"/>
          </p:nvPr>
        </p:nvSpPr>
        <p:spPr>
          <a:xfrm>
            <a:off x="6084638" y="2568175"/>
            <a:ext cx="2834700" cy="400200"/>
          </a:xfrm>
          <a:prstGeom prst="rect">
            <a:avLst/>
          </a:prstGeom>
        </p:spPr>
        <p:txBody>
          <a:bodyPr spcFirstLastPara="1" wrap="square" lIns="274300" tIns="0" rIns="274300"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174" name="Google Shape;174;p16"/>
          <p:cNvSpPr txBox="1">
            <a:spLocks noGrp="1"/>
          </p:cNvSpPr>
          <p:nvPr>
            <p:ph type="body" idx="4"/>
          </p:nvPr>
        </p:nvSpPr>
        <p:spPr>
          <a:xfrm>
            <a:off x="228600" y="3133800"/>
            <a:ext cx="2834700" cy="722100"/>
          </a:xfrm>
          <a:prstGeom prst="rect">
            <a:avLst/>
          </a:prstGeom>
        </p:spPr>
        <p:txBody>
          <a:bodyPr spcFirstLastPara="1" wrap="square" lIns="274300" tIns="91425" rIns="274300" bIns="91425" anchor="t" anchorCtr="0">
            <a:noAutofit/>
          </a:bodyPr>
          <a:lstStyle>
            <a:lvl1pPr marL="457200" lvl="0" indent="-292100">
              <a:spcBef>
                <a:spcPts val="0"/>
              </a:spcBef>
              <a:spcAft>
                <a:spcPts val="0"/>
              </a:spcAft>
              <a:buSzPts val="1000"/>
              <a:buFont typeface="Nunito Sans"/>
              <a:buChar char="●"/>
              <a:defRPr sz="1000"/>
            </a:lvl1pPr>
            <a:lvl2pPr marL="914400" lvl="1" indent="-292100">
              <a:spcBef>
                <a:spcPts val="800"/>
              </a:spcBef>
              <a:spcAft>
                <a:spcPts val="0"/>
              </a:spcAft>
              <a:buSzPts val="1000"/>
              <a:buFont typeface="Nunito Sans"/>
              <a:buChar char="○"/>
              <a:defRPr sz="1000"/>
            </a:lvl2pPr>
            <a:lvl3pPr marL="1371600" lvl="2" indent="-292100">
              <a:spcBef>
                <a:spcPts val="800"/>
              </a:spcBef>
              <a:spcAft>
                <a:spcPts val="0"/>
              </a:spcAft>
              <a:buSzPts val="1000"/>
              <a:buFont typeface="Nunito Sans"/>
              <a:buChar char="■"/>
              <a:defRPr sz="1000"/>
            </a:lvl3pPr>
            <a:lvl4pPr marL="1828800" lvl="3" indent="-292100">
              <a:spcBef>
                <a:spcPts val="800"/>
              </a:spcBef>
              <a:spcAft>
                <a:spcPts val="0"/>
              </a:spcAft>
              <a:buSzPts val="1000"/>
              <a:buFont typeface="Nunito Sans"/>
              <a:buChar char="●"/>
              <a:defRPr sz="1000"/>
            </a:lvl4pPr>
            <a:lvl5pPr marL="2286000" lvl="4" indent="-292100">
              <a:spcBef>
                <a:spcPts val="800"/>
              </a:spcBef>
              <a:spcAft>
                <a:spcPts val="0"/>
              </a:spcAft>
              <a:buSzPts val="1000"/>
              <a:buFont typeface="Nunito Sans"/>
              <a:buChar char="○"/>
              <a:defRPr sz="1000"/>
            </a:lvl5pPr>
            <a:lvl6pPr marL="2743200" lvl="5" indent="-292100">
              <a:spcBef>
                <a:spcPts val="800"/>
              </a:spcBef>
              <a:spcAft>
                <a:spcPts val="0"/>
              </a:spcAft>
              <a:buSzPts val="1000"/>
              <a:buFont typeface="Nunito Sans"/>
              <a:buChar char="■"/>
              <a:defRPr sz="1000"/>
            </a:lvl6pPr>
            <a:lvl7pPr marL="3200400" lvl="6" indent="-292100">
              <a:spcBef>
                <a:spcPts val="800"/>
              </a:spcBef>
              <a:spcAft>
                <a:spcPts val="0"/>
              </a:spcAft>
              <a:buSzPts val="1000"/>
              <a:buFont typeface="Nunito Sans"/>
              <a:buChar char="●"/>
              <a:defRPr sz="1000"/>
            </a:lvl7pPr>
            <a:lvl8pPr marL="3657600" lvl="7" indent="-292100">
              <a:spcBef>
                <a:spcPts val="800"/>
              </a:spcBef>
              <a:spcAft>
                <a:spcPts val="0"/>
              </a:spcAft>
              <a:buSzPts val="1000"/>
              <a:buFont typeface="Nunito Sans"/>
              <a:buChar char="○"/>
              <a:defRPr sz="1000"/>
            </a:lvl8pPr>
            <a:lvl9pPr marL="4114800" lvl="8" indent="-292100">
              <a:spcBef>
                <a:spcPts val="800"/>
              </a:spcBef>
              <a:spcAft>
                <a:spcPts val="800"/>
              </a:spcAft>
              <a:buSzPts val="1000"/>
              <a:buFont typeface="Nunito Sans"/>
              <a:buChar char="■"/>
              <a:defRPr sz="1000"/>
            </a:lvl9pPr>
          </a:lstStyle>
          <a:p>
            <a:endParaRPr/>
          </a:p>
        </p:txBody>
      </p:sp>
      <p:sp>
        <p:nvSpPr>
          <p:cNvPr id="175" name="Google Shape;175;p16"/>
          <p:cNvSpPr txBox="1">
            <a:spLocks noGrp="1"/>
          </p:cNvSpPr>
          <p:nvPr>
            <p:ph type="body" idx="5"/>
          </p:nvPr>
        </p:nvSpPr>
        <p:spPr>
          <a:xfrm>
            <a:off x="3156613" y="3133800"/>
            <a:ext cx="2834700" cy="722100"/>
          </a:xfrm>
          <a:prstGeom prst="rect">
            <a:avLst/>
          </a:prstGeom>
        </p:spPr>
        <p:txBody>
          <a:bodyPr spcFirstLastPara="1" wrap="square" lIns="274300" tIns="91425" rIns="274300" bIns="91425" anchor="t" anchorCtr="0">
            <a:no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800"/>
              </a:spcBef>
              <a:spcAft>
                <a:spcPts val="0"/>
              </a:spcAft>
              <a:buClr>
                <a:schemeClr val="dk1"/>
              </a:buClr>
              <a:buSzPts val="1000"/>
              <a:buFont typeface="Nunito Sans"/>
              <a:buChar char="○"/>
              <a:defRPr sz="1000"/>
            </a:lvl2pPr>
            <a:lvl3pPr marL="1371600" lvl="2" indent="-292100">
              <a:lnSpc>
                <a:spcPct val="115000"/>
              </a:lnSpc>
              <a:spcBef>
                <a:spcPts val="800"/>
              </a:spcBef>
              <a:spcAft>
                <a:spcPts val="0"/>
              </a:spcAft>
              <a:buClr>
                <a:schemeClr val="dk1"/>
              </a:buClr>
              <a:buSzPts val="1000"/>
              <a:buFont typeface="Nunito Sans"/>
              <a:buChar char="■"/>
              <a:defRPr sz="1000"/>
            </a:lvl3pPr>
            <a:lvl4pPr marL="1828800" lvl="3" indent="-292100">
              <a:lnSpc>
                <a:spcPct val="115000"/>
              </a:lnSpc>
              <a:spcBef>
                <a:spcPts val="800"/>
              </a:spcBef>
              <a:spcAft>
                <a:spcPts val="0"/>
              </a:spcAft>
              <a:buClr>
                <a:schemeClr val="dk1"/>
              </a:buClr>
              <a:buSzPts val="1000"/>
              <a:buFont typeface="Nunito Sans"/>
              <a:buChar char="●"/>
              <a:defRPr sz="1000"/>
            </a:lvl4pPr>
            <a:lvl5pPr marL="2286000" lvl="4" indent="-292100">
              <a:lnSpc>
                <a:spcPct val="115000"/>
              </a:lnSpc>
              <a:spcBef>
                <a:spcPts val="800"/>
              </a:spcBef>
              <a:spcAft>
                <a:spcPts val="0"/>
              </a:spcAft>
              <a:buClr>
                <a:schemeClr val="dk1"/>
              </a:buClr>
              <a:buSzPts val="1000"/>
              <a:buFont typeface="Nunito Sans"/>
              <a:buChar char="○"/>
              <a:defRPr sz="1000"/>
            </a:lvl5pPr>
            <a:lvl6pPr marL="2743200" lvl="5" indent="-292100">
              <a:lnSpc>
                <a:spcPct val="115000"/>
              </a:lnSpc>
              <a:spcBef>
                <a:spcPts val="800"/>
              </a:spcBef>
              <a:spcAft>
                <a:spcPts val="0"/>
              </a:spcAft>
              <a:buClr>
                <a:schemeClr val="dk1"/>
              </a:buClr>
              <a:buSzPts val="1000"/>
              <a:buFont typeface="Nunito Sans"/>
              <a:buChar char="■"/>
              <a:defRPr sz="1000"/>
            </a:lvl6pPr>
            <a:lvl7pPr marL="3200400" lvl="6" indent="-292100">
              <a:lnSpc>
                <a:spcPct val="115000"/>
              </a:lnSpc>
              <a:spcBef>
                <a:spcPts val="800"/>
              </a:spcBef>
              <a:spcAft>
                <a:spcPts val="0"/>
              </a:spcAft>
              <a:buClr>
                <a:schemeClr val="dk1"/>
              </a:buClr>
              <a:buSzPts val="1000"/>
              <a:buFont typeface="Nunito Sans"/>
              <a:buChar char="●"/>
              <a:defRPr sz="1000"/>
            </a:lvl7pPr>
            <a:lvl8pPr marL="3657600" lvl="7" indent="-292100">
              <a:lnSpc>
                <a:spcPct val="115000"/>
              </a:lnSpc>
              <a:spcBef>
                <a:spcPts val="800"/>
              </a:spcBef>
              <a:spcAft>
                <a:spcPts val="0"/>
              </a:spcAft>
              <a:buClr>
                <a:schemeClr val="dk1"/>
              </a:buClr>
              <a:buSzPts val="1000"/>
              <a:buFont typeface="Nunito Sans"/>
              <a:buChar char="○"/>
              <a:defRPr sz="1000"/>
            </a:lvl8pPr>
            <a:lvl9pPr marL="4114800" lvl="8" indent="-292100">
              <a:lnSpc>
                <a:spcPct val="115000"/>
              </a:lnSpc>
              <a:spcBef>
                <a:spcPts val="800"/>
              </a:spcBef>
              <a:spcAft>
                <a:spcPts val="800"/>
              </a:spcAft>
              <a:buClr>
                <a:schemeClr val="dk1"/>
              </a:buClr>
              <a:buSzPts val="1000"/>
              <a:buFont typeface="Nunito Sans"/>
              <a:buChar char="■"/>
              <a:defRPr sz="1000"/>
            </a:lvl9pPr>
          </a:lstStyle>
          <a:p>
            <a:endParaRPr/>
          </a:p>
        </p:txBody>
      </p:sp>
      <p:sp>
        <p:nvSpPr>
          <p:cNvPr id="176" name="Google Shape;176;p16"/>
          <p:cNvSpPr txBox="1">
            <a:spLocks noGrp="1"/>
          </p:cNvSpPr>
          <p:nvPr>
            <p:ph type="body" idx="6"/>
          </p:nvPr>
        </p:nvSpPr>
        <p:spPr>
          <a:xfrm>
            <a:off x="6084638" y="3133800"/>
            <a:ext cx="2834700" cy="722100"/>
          </a:xfrm>
          <a:prstGeom prst="rect">
            <a:avLst/>
          </a:prstGeom>
        </p:spPr>
        <p:txBody>
          <a:bodyPr spcFirstLastPara="1" wrap="square" lIns="274300" tIns="91425" rIns="274300" bIns="91425" anchor="t" anchorCtr="0">
            <a:no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800"/>
              </a:spcBef>
              <a:spcAft>
                <a:spcPts val="0"/>
              </a:spcAft>
              <a:buClr>
                <a:schemeClr val="dk1"/>
              </a:buClr>
              <a:buSzPts val="1000"/>
              <a:buFont typeface="Nunito Sans"/>
              <a:buChar char="○"/>
              <a:defRPr sz="1000"/>
            </a:lvl2pPr>
            <a:lvl3pPr marL="1371600" lvl="2" indent="-292100">
              <a:lnSpc>
                <a:spcPct val="115000"/>
              </a:lnSpc>
              <a:spcBef>
                <a:spcPts val="800"/>
              </a:spcBef>
              <a:spcAft>
                <a:spcPts val="0"/>
              </a:spcAft>
              <a:buClr>
                <a:schemeClr val="dk1"/>
              </a:buClr>
              <a:buSzPts val="1000"/>
              <a:buFont typeface="Nunito Sans"/>
              <a:buChar char="■"/>
              <a:defRPr sz="1000"/>
            </a:lvl3pPr>
            <a:lvl4pPr marL="1828800" lvl="3" indent="-292100">
              <a:lnSpc>
                <a:spcPct val="115000"/>
              </a:lnSpc>
              <a:spcBef>
                <a:spcPts val="800"/>
              </a:spcBef>
              <a:spcAft>
                <a:spcPts val="0"/>
              </a:spcAft>
              <a:buClr>
                <a:schemeClr val="dk1"/>
              </a:buClr>
              <a:buSzPts val="1000"/>
              <a:buFont typeface="Nunito Sans"/>
              <a:buChar char="●"/>
              <a:defRPr sz="1000"/>
            </a:lvl4pPr>
            <a:lvl5pPr marL="2286000" lvl="4" indent="-292100">
              <a:lnSpc>
                <a:spcPct val="115000"/>
              </a:lnSpc>
              <a:spcBef>
                <a:spcPts val="800"/>
              </a:spcBef>
              <a:spcAft>
                <a:spcPts val="0"/>
              </a:spcAft>
              <a:buClr>
                <a:schemeClr val="dk1"/>
              </a:buClr>
              <a:buSzPts val="1000"/>
              <a:buFont typeface="Nunito Sans"/>
              <a:buChar char="○"/>
              <a:defRPr sz="1000"/>
            </a:lvl5pPr>
            <a:lvl6pPr marL="2743200" lvl="5" indent="-292100">
              <a:lnSpc>
                <a:spcPct val="115000"/>
              </a:lnSpc>
              <a:spcBef>
                <a:spcPts val="800"/>
              </a:spcBef>
              <a:spcAft>
                <a:spcPts val="0"/>
              </a:spcAft>
              <a:buClr>
                <a:schemeClr val="dk1"/>
              </a:buClr>
              <a:buSzPts val="1000"/>
              <a:buFont typeface="Nunito Sans"/>
              <a:buChar char="■"/>
              <a:defRPr sz="1000"/>
            </a:lvl6pPr>
            <a:lvl7pPr marL="3200400" lvl="6" indent="-292100">
              <a:lnSpc>
                <a:spcPct val="115000"/>
              </a:lnSpc>
              <a:spcBef>
                <a:spcPts val="800"/>
              </a:spcBef>
              <a:spcAft>
                <a:spcPts val="0"/>
              </a:spcAft>
              <a:buClr>
                <a:schemeClr val="dk1"/>
              </a:buClr>
              <a:buSzPts val="1000"/>
              <a:buFont typeface="Nunito Sans"/>
              <a:buChar char="●"/>
              <a:defRPr sz="1000"/>
            </a:lvl7pPr>
            <a:lvl8pPr marL="3657600" lvl="7" indent="-292100">
              <a:lnSpc>
                <a:spcPct val="115000"/>
              </a:lnSpc>
              <a:spcBef>
                <a:spcPts val="800"/>
              </a:spcBef>
              <a:spcAft>
                <a:spcPts val="0"/>
              </a:spcAft>
              <a:buClr>
                <a:schemeClr val="dk1"/>
              </a:buClr>
              <a:buSzPts val="1000"/>
              <a:buFont typeface="Nunito Sans"/>
              <a:buChar char="○"/>
              <a:defRPr sz="1000"/>
            </a:lvl8pPr>
            <a:lvl9pPr marL="4114800" lvl="8" indent="-292100">
              <a:lnSpc>
                <a:spcPct val="115000"/>
              </a:lnSpc>
              <a:spcBef>
                <a:spcPts val="800"/>
              </a:spcBef>
              <a:spcAft>
                <a:spcPts val="800"/>
              </a:spcAft>
              <a:buClr>
                <a:schemeClr val="dk1"/>
              </a:buClr>
              <a:buSzPts val="1000"/>
              <a:buFont typeface="Nunito Sans"/>
              <a:buChar char="■"/>
              <a:defRPr sz="1000"/>
            </a:lvl9pPr>
          </a:lstStyle>
          <a:p>
            <a:endParaRPr/>
          </a:p>
        </p:txBody>
      </p:sp>
      <p:sp>
        <p:nvSpPr>
          <p:cNvPr id="177" name="Google Shape;177;p16"/>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78" name="Google Shape;178;p16"/>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79" name="Google Shape;179;p16"/>
          <p:cNvSpPr txBox="1">
            <a:spLocks noGrp="1"/>
          </p:cNvSpPr>
          <p:nvPr>
            <p:ph type="subTitle" idx="7"/>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big ideas - Alt 2">
  <p:cSld name="BLANK_1_1_1_1_2_1_2">
    <p:spTree>
      <p:nvGrpSpPr>
        <p:cNvPr id="1" name="Shape 180"/>
        <p:cNvGrpSpPr/>
        <p:nvPr/>
      </p:nvGrpSpPr>
      <p:grpSpPr>
        <a:xfrm>
          <a:off x="0" y="0"/>
          <a:ext cx="0" cy="0"/>
          <a:chOff x="0" y="0"/>
          <a:chExt cx="0" cy="0"/>
        </a:xfrm>
      </p:grpSpPr>
      <p:pic>
        <p:nvPicPr>
          <p:cNvPr id="181" name="Google Shape;181;p17"/>
          <p:cNvPicPr preferRelativeResize="0"/>
          <p:nvPr/>
        </p:nvPicPr>
        <p:blipFill rotWithShape="1">
          <a:blip r:embed="rId2">
            <a:alphaModFix/>
          </a:blip>
          <a:srcRect l="534" t="71891" r="13408"/>
          <a:stretch/>
        </p:blipFill>
        <p:spPr>
          <a:xfrm>
            <a:off x="4561500" y="0"/>
            <a:ext cx="4582502" cy="1496699"/>
          </a:xfrm>
          <a:prstGeom prst="rect">
            <a:avLst/>
          </a:prstGeom>
          <a:noFill/>
          <a:ln>
            <a:noFill/>
          </a:ln>
        </p:spPr>
      </p:pic>
      <p:sp>
        <p:nvSpPr>
          <p:cNvPr id="182" name="Google Shape;182;p17"/>
          <p:cNvSpPr txBox="1">
            <a:spLocks noGrp="1"/>
          </p:cNvSpPr>
          <p:nvPr>
            <p:ph type="body" idx="1"/>
          </p:nvPr>
        </p:nvSpPr>
        <p:spPr>
          <a:xfrm>
            <a:off x="3154650" y="3337800"/>
            <a:ext cx="2834700" cy="1346100"/>
          </a:xfrm>
          <a:prstGeom prst="rect">
            <a:avLst/>
          </a:prstGeom>
        </p:spPr>
        <p:txBody>
          <a:bodyPr spcFirstLastPara="1" wrap="square" lIns="91425" tIns="91425" rIns="91425" bIns="91425" anchor="t" anchorCtr="0">
            <a:spAutoFit/>
          </a:bodyPr>
          <a:lstStyle>
            <a:lvl1pPr marL="457200" lvl="0" indent="-285750">
              <a:lnSpc>
                <a:spcPct val="100000"/>
              </a:lnSpc>
              <a:spcBef>
                <a:spcPts val="0"/>
              </a:spcBef>
              <a:spcAft>
                <a:spcPts val="0"/>
              </a:spcAft>
              <a:buSzPts val="900"/>
              <a:buFont typeface="Nunito Sans"/>
              <a:buChar char="●"/>
              <a:defRPr sz="900"/>
            </a:lvl1pPr>
            <a:lvl2pPr marL="914400" lvl="1" indent="-285750">
              <a:lnSpc>
                <a:spcPct val="100000"/>
              </a:lnSpc>
              <a:spcBef>
                <a:spcPts val="0"/>
              </a:spcBef>
              <a:spcAft>
                <a:spcPts val="0"/>
              </a:spcAft>
              <a:buSzPts val="900"/>
              <a:buFont typeface="Nunito Sans"/>
              <a:buChar char="○"/>
              <a:defRPr sz="900"/>
            </a:lvl2pPr>
            <a:lvl3pPr marL="1371600" lvl="2" indent="-285750">
              <a:lnSpc>
                <a:spcPct val="100000"/>
              </a:lnSpc>
              <a:spcBef>
                <a:spcPts val="0"/>
              </a:spcBef>
              <a:spcAft>
                <a:spcPts val="0"/>
              </a:spcAft>
              <a:buSzPts val="900"/>
              <a:buFont typeface="Nunito Sans"/>
              <a:buChar char="■"/>
              <a:defRPr sz="900"/>
            </a:lvl3pPr>
            <a:lvl4pPr marL="1828800" lvl="3" indent="-285750">
              <a:lnSpc>
                <a:spcPct val="100000"/>
              </a:lnSpc>
              <a:spcBef>
                <a:spcPts val="0"/>
              </a:spcBef>
              <a:spcAft>
                <a:spcPts val="0"/>
              </a:spcAft>
              <a:buSzPts val="900"/>
              <a:buFont typeface="Nunito Sans"/>
              <a:buChar char="●"/>
              <a:defRPr sz="900"/>
            </a:lvl4pPr>
            <a:lvl5pPr marL="2286000" lvl="4" indent="-285750">
              <a:lnSpc>
                <a:spcPct val="100000"/>
              </a:lnSpc>
              <a:spcBef>
                <a:spcPts val="0"/>
              </a:spcBef>
              <a:spcAft>
                <a:spcPts val="0"/>
              </a:spcAft>
              <a:buSzPts val="900"/>
              <a:buFont typeface="Nunito Sans"/>
              <a:buChar char="○"/>
              <a:defRPr sz="900"/>
            </a:lvl5pPr>
            <a:lvl6pPr marL="2743200" lvl="5" indent="-285750">
              <a:lnSpc>
                <a:spcPct val="100000"/>
              </a:lnSpc>
              <a:spcBef>
                <a:spcPts val="0"/>
              </a:spcBef>
              <a:spcAft>
                <a:spcPts val="0"/>
              </a:spcAft>
              <a:buSzPts val="900"/>
              <a:buFont typeface="Nunito Sans"/>
              <a:buChar char="■"/>
              <a:defRPr sz="900"/>
            </a:lvl6pPr>
            <a:lvl7pPr marL="3200400" lvl="6" indent="-285750">
              <a:lnSpc>
                <a:spcPct val="100000"/>
              </a:lnSpc>
              <a:spcBef>
                <a:spcPts val="0"/>
              </a:spcBef>
              <a:spcAft>
                <a:spcPts val="0"/>
              </a:spcAft>
              <a:buSzPts val="900"/>
              <a:buFont typeface="Nunito Sans"/>
              <a:buChar char="●"/>
              <a:defRPr sz="900"/>
            </a:lvl7pPr>
            <a:lvl8pPr marL="3657600" lvl="7" indent="-285750">
              <a:lnSpc>
                <a:spcPct val="100000"/>
              </a:lnSpc>
              <a:spcBef>
                <a:spcPts val="0"/>
              </a:spcBef>
              <a:spcAft>
                <a:spcPts val="0"/>
              </a:spcAft>
              <a:buSzPts val="900"/>
              <a:buFont typeface="Nunito Sans"/>
              <a:buChar char="○"/>
              <a:defRPr sz="900"/>
            </a:lvl8pPr>
            <a:lvl9pPr marL="4114800" lvl="8" indent="-285750">
              <a:lnSpc>
                <a:spcPct val="100000"/>
              </a:lnSpc>
              <a:spcBef>
                <a:spcPts val="0"/>
              </a:spcBef>
              <a:spcAft>
                <a:spcPts val="0"/>
              </a:spcAft>
              <a:buSzPts val="900"/>
              <a:buFont typeface="Nunito Sans"/>
              <a:buChar char="■"/>
              <a:defRPr sz="900"/>
            </a:lvl9pPr>
          </a:lstStyle>
          <a:p>
            <a:endParaRPr/>
          </a:p>
        </p:txBody>
      </p:sp>
      <p:sp>
        <p:nvSpPr>
          <p:cNvPr id="183" name="Google Shape;183;p17"/>
          <p:cNvSpPr txBox="1">
            <a:spLocks noGrp="1"/>
          </p:cNvSpPr>
          <p:nvPr>
            <p:ph type="body" idx="2"/>
          </p:nvPr>
        </p:nvSpPr>
        <p:spPr>
          <a:xfrm>
            <a:off x="228600" y="3337800"/>
            <a:ext cx="2834700" cy="1346100"/>
          </a:xfrm>
          <a:prstGeom prst="rect">
            <a:avLst/>
          </a:prstGeom>
        </p:spPr>
        <p:txBody>
          <a:bodyPr spcFirstLastPara="1" wrap="square" lIns="91425" tIns="91425" rIns="91425" bIns="91425" anchor="t" anchorCtr="0">
            <a:sp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0"/>
              </a:spcBef>
              <a:spcAft>
                <a:spcPts val="0"/>
              </a:spcAft>
              <a:buClr>
                <a:schemeClr val="dk1"/>
              </a:buClr>
              <a:buSzPts val="900"/>
              <a:buFont typeface="Nunito Sans"/>
              <a:buChar char="○"/>
              <a:defRPr sz="900"/>
            </a:lvl2pPr>
            <a:lvl3pPr marL="1371600" lvl="2" indent="-285750">
              <a:spcBef>
                <a:spcPts val="0"/>
              </a:spcBef>
              <a:spcAft>
                <a:spcPts val="0"/>
              </a:spcAft>
              <a:buClr>
                <a:schemeClr val="dk1"/>
              </a:buClr>
              <a:buSzPts val="900"/>
              <a:buFont typeface="Nunito Sans"/>
              <a:buChar char="■"/>
              <a:defRPr sz="900"/>
            </a:lvl3pPr>
            <a:lvl4pPr marL="1828800" lvl="3" indent="-285750">
              <a:spcBef>
                <a:spcPts val="0"/>
              </a:spcBef>
              <a:spcAft>
                <a:spcPts val="0"/>
              </a:spcAft>
              <a:buClr>
                <a:schemeClr val="dk1"/>
              </a:buClr>
              <a:buSzPts val="900"/>
              <a:buFont typeface="Nunito Sans"/>
              <a:buChar char="●"/>
              <a:defRPr sz="900"/>
            </a:lvl4pPr>
            <a:lvl5pPr marL="2286000" lvl="4" indent="-285750">
              <a:spcBef>
                <a:spcPts val="0"/>
              </a:spcBef>
              <a:spcAft>
                <a:spcPts val="0"/>
              </a:spcAft>
              <a:buClr>
                <a:schemeClr val="dk1"/>
              </a:buClr>
              <a:buSzPts val="900"/>
              <a:buFont typeface="Nunito Sans"/>
              <a:buChar char="○"/>
              <a:defRPr sz="900"/>
            </a:lvl5pPr>
            <a:lvl6pPr marL="2743200" lvl="5" indent="-285750">
              <a:spcBef>
                <a:spcPts val="0"/>
              </a:spcBef>
              <a:spcAft>
                <a:spcPts val="0"/>
              </a:spcAft>
              <a:buClr>
                <a:schemeClr val="dk1"/>
              </a:buClr>
              <a:buSzPts val="900"/>
              <a:buFont typeface="Nunito Sans"/>
              <a:buChar char="■"/>
              <a:defRPr sz="900"/>
            </a:lvl6pPr>
            <a:lvl7pPr marL="3200400" lvl="6" indent="-285750">
              <a:spcBef>
                <a:spcPts val="0"/>
              </a:spcBef>
              <a:spcAft>
                <a:spcPts val="0"/>
              </a:spcAft>
              <a:buClr>
                <a:schemeClr val="dk1"/>
              </a:buClr>
              <a:buSzPts val="900"/>
              <a:buFont typeface="Nunito Sans"/>
              <a:buChar char="●"/>
              <a:defRPr sz="900"/>
            </a:lvl7pPr>
            <a:lvl8pPr marL="3657600" lvl="7" indent="-285750">
              <a:spcBef>
                <a:spcPts val="0"/>
              </a:spcBef>
              <a:spcAft>
                <a:spcPts val="0"/>
              </a:spcAft>
              <a:buClr>
                <a:schemeClr val="dk1"/>
              </a:buClr>
              <a:buSzPts val="900"/>
              <a:buFont typeface="Nunito Sans"/>
              <a:buChar char="○"/>
              <a:defRPr sz="900"/>
            </a:lvl8pPr>
            <a:lvl9pPr marL="4114800" lvl="8" indent="-285750">
              <a:spcBef>
                <a:spcPts val="0"/>
              </a:spcBef>
              <a:spcAft>
                <a:spcPts val="0"/>
              </a:spcAft>
              <a:buClr>
                <a:schemeClr val="dk1"/>
              </a:buClr>
              <a:buSzPts val="900"/>
              <a:buFont typeface="Nunito Sans"/>
              <a:buChar char="■"/>
              <a:defRPr sz="900"/>
            </a:lvl9pPr>
          </a:lstStyle>
          <a:p>
            <a:endParaRPr/>
          </a:p>
        </p:txBody>
      </p:sp>
      <p:sp>
        <p:nvSpPr>
          <p:cNvPr id="184" name="Google Shape;184;p17"/>
          <p:cNvSpPr txBox="1">
            <a:spLocks noGrp="1"/>
          </p:cNvSpPr>
          <p:nvPr>
            <p:ph type="body" idx="3"/>
          </p:nvPr>
        </p:nvSpPr>
        <p:spPr>
          <a:xfrm>
            <a:off x="6080700" y="3337800"/>
            <a:ext cx="2834700" cy="1346100"/>
          </a:xfrm>
          <a:prstGeom prst="rect">
            <a:avLst/>
          </a:prstGeom>
        </p:spPr>
        <p:txBody>
          <a:bodyPr spcFirstLastPara="1" wrap="square" lIns="91425" tIns="91425" rIns="91425" bIns="91425" anchor="t" anchorCtr="0">
            <a:sp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0"/>
              </a:spcBef>
              <a:spcAft>
                <a:spcPts val="0"/>
              </a:spcAft>
              <a:buClr>
                <a:schemeClr val="dk1"/>
              </a:buClr>
              <a:buSzPts val="900"/>
              <a:buFont typeface="Nunito Sans"/>
              <a:buChar char="○"/>
              <a:defRPr sz="900"/>
            </a:lvl2pPr>
            <a:lvl3pPr marL="1371600" lvl="2" indent="-285750">
              <a:spcBef>
                <a:spcPts val="0"/>
              </a:spcBef>
              <a:spcAft>
                <a:spcPts val="0"/>
              </a:spcAft>
              <a:buClr>
                <a:schemeClr val="dk1"/>
              </a:buClr>
              <a:buSzPts val="900"/>
              <a:buFont typeface="Nunito Sans"/>
              <a:buChar char="■"/>
              <a:defRPr sz="900"/>
            </a:lvl3pPr>
            <a:lvl4pPr marL="1828800" lvl="3" indent="-285750">
              <a:spcBef>
                <a:spcPts val="0"/>
              </a:spcBef>
              <a:spcAft>
                <a:spcPts val="0"/>
              </a:spcAft>
              <a:buClr>
                <a:schemeClr val="dk1"/>
              </a:buClr>
              <a:buSzPts val="900"/>
              <a:buFont typeface="Nunito Sans"/>
              <a:buChar char="●"/>
              <a:defRPr sz="900"/>
            </a:lvl4pPr>
            <a:lvl5pPr marL="2286000" lvl="4" indent="-285750">
              <a:spcBef>
                <a:spcPts val="0"/>
              </a:spcBef>
              <a:spcAft>
                <a:spcPts val="0"/>
              </a:spcAft>
              <a:buClr>
                <a:schemeClr val="dk1"/>
              </a:buClr>
              <a:buSzPts val="900"/>
              <a:buFont typeface="Nunito Sans"/>
              <a:buChar char="○"/>
              <a:defRPr sz="900"/>
            </a:lvl5pPr>
            <a:lvl6pPr marL="2743200" lvl="5" indent="-285750">
              <a:spcBef>
                <a:spcPts val="0"/>
              </a:spcBef>
              <a:spcAft>
                <a:spcPts val="0"/>
              </a:spcAft>
              <a:buClr>
                <a:schemeClr val="dk1"/>
              </a:buClr>
              <a:buSzPts val="900"/>
              <a:buFont typeface="Nunito Sans"/>
              <a:buChar char="■"/>
              <a:defRPr sz="900"/>
            </a:lvl6pPr>
            <a:lvl7pPr marL="3200400" lvl="6" indent="-285750">
              <a:spcBef>
                <a:spcPts val="0"/>
              </a:spcBef>
              <a:spcAft>
                <a:spcPts val="0"/>
              </a:spcAft>
              <a:buClr>
                <a:schemeClr val="dk1"/>
              </a:buClr>
              <a:buSzPts val="900"/>
              <a:buFont typeface="Nunito Sans"/>
              <a:buChar char="●"/>
              <a:defRPr sz="900"/>
            </a:lvl7pPr>
            <a:lvl8pPr marL="3657600" lvl="7" indent="-285750">
              <a:spcBef>
                <a:spcPts val="0"/>
              </a:spcBef>
              <a:spcAft>
                <a:spcPts val="0"/>
              </a:spcAft>
              <a:buClr>
                <a:schemeClr val="dk1"/>
              </a:buClr>
              <a:buSzPts val="900"/>
              <a:buFont typeface="Nunito Sans"/>
              <a:buChar char="○"/>
              <a:defRPr sz="900"/>
            </a:lvl8pPr>
            <a:lvl9pPr marL="4114800" lvl="8" indent="-285750">
              <a:spcBef>
                <a:spcPts val="0"/>
              </a:spcBef>
              <a:spcAft>
                <a:spcPts val="0"/>
              </a:spcAft>
              <a:buClr>
                <a:schemeClr val="dk1"/>
              </a:buClr>
              <a:buSzPts val="900"/>
              <a:buFont typeface="Nunito Sans"/>
              <a:buChar char="■"/>
              <a:defRPr sz="900"/>
            </a:lvl9pPr>
          </a:lstStyle>
          <a:p>
            <a:endParaRPr/>
          </a:p>
        </p:txBody>
      </p:sp>
      <p:sp>
        <p:nvSpPr>
          <p:cNvPr id="185" name="Google Shape;185;p17"/>
          <p:cNvSpPr txBox="1">
            <a:spLocks noGrp="1"/>
          </p:cNvSpPr>
          <p:nvPr>
            <p:ph type="title"/>
          </p:nvPr>
        </p:nvSpPr>
        <p:spPr>
          <a:xfrm>
            <a:off x="1877050" y="1578774"/>
            <a:ext cx="3003000" cy="292500"/>
          </a:xfrm>
          <a:prstGeom prst="rect">
            <a:avLst/>
          </a:prstGeom>
        </p:spPr>
        <p:txBody>
          <a:bodyPr spcFirstLastPara="1" wrap="square" lIns="91425" tIns="91425" rIns="91425" bIns="0" anchor="t" anchorCtr="0">
            <a:spAutoFit/>
          </a:bodyPr>
          <a:lstStyle>
            <a:lvl1pPr lvl="0">
              <a:spcBef>
                <a:spcPts val="0"/>
              </a:spcBef>
              <a:spcAft>
                <a:spcPts val="0"/>
              </a:spcAft>
              <a:buNone/>
              <a:defRPr sz="1400" b="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a:endParaRPr/>
          </a:p>
        </p:txBody>
      </p:sp>
      <p:sp>
        <p:nvSpPr>
          <p:cNvPr id="186" name="Google Shape;186;p17"/>
          <p:cNvSpPr txBox="1">
            <a:spLocks noGrp="1"/>
          </p:cNvSpPr>
          <p:nvPr>
            <p:ph type="title" idx="4"/>
          </p:nvPr>
        </p:nvSpPr>
        <p:spPr>
          <a:xfrm>
            <a:off x="1877050" y="1944332"/>
            <a:ext cx="3598500" cy="742200"/>
          </a:xfrm>
          <a:prstGeom prst="rect">
            <a:avLst/>
          </a:prstGeom>
        </p:spPr>
        <p:txBody>
          <a:bodyPr spcFirstLastPara="1" wrap="square" lIns="91425" tIns="91425" rIns="91425" bIns="91425" anchor="t" anchorCtr="0">
            <a:spAutoFit/>
          </a:bodyPr>
          <a:lstStyle>
            <a:lvl1pPr lvl="0">
              <a:spcBef>
                <a:spcPts val="0"/>
              </a:spcBef>
              <a:spcAft>
                <a:spcPts val="0"/>
              </a:spcAft>
              <a:buNone/>
              <a:defRPr sz="1200" b="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a:endParaRPr/>
          </a:p>
        </p:txBody>
      </p:sp>
      <p:sp>
        <p:nvSpPr>
          <p:cNvPr id="187" name="Google Shape;187;p17"/>
          <p:cNvSpPr>
            <a:spLocks noGrp="1"/>
          </p:cNvSpPr>
          <p:nvPr>
            <p:ph type="pic" idx="5"/>
          </p:nvPr>
        </p:nvSpPr>
        <p:spPr>
          <a:xfrm>
            <a:off x="309350" y="1425725"/>
            <a:ext cx="1409700" cy="1409700"/>
          </a:xfrm>
          <a:prstGeom prst="roundRect">
            <a:avLst>
              <a:gd name="adj" fmla="val 16667"/>
            </a:avLst>
          </a:prstGeom>
          <a:noFill/>
          <a:ln>
            <a:noFill/>
          </a:ln>
        </p:spPr>
        <p:txBody>
          <a:bodyPr/>
          <a:lstStyle/>
          <a:p>
            <a:endParaRPr lang="en-IN"/>
          </a:p>
        </p:txBody>
      </p:sp>
      <p:pic>
        <p:nvPicPr>
          <p:cNvPr id="188" name="Google Shape;188;p17"/>
          <p:cNvPicPr preferRelativeResize="0"/>
          <p:nvPr/>
        </p:nvPicPr>
        <p:blipFill rotWithShape="1">
          <a:blip r:embed="rId3">
            <a:alphaModFix/>
          </a:blip>
          <a:srcRect t="49683" r="49117"/>
          <a:stretch/>
        </p:blipFill>
        <p:spPr>
          <a:xfrm>
            <a:off x="7392192" y="-1"/>
            <a:ext cx="1751812" cy="1732300"/>
          </a:xfrm>
          <a:prstGeom prst="rect">
            <a:avLst/>
          </a:prstGeom>
          <a:noFill/>
          <a:ln>
            <a:noFill/>
          </a:ln>
        </p:spPr>
      </p:pic>
      <p:sp>
        <p:nvSpPr>
          <p:cNvPr id="189" name="Google Shape;189;p17"/>
          <p:cNvSpPr txBox="1">
            <a:spLocks noGrp="1"/>
          </p:cNvSpPr>
          <p:nvPr>
            <p:ph type="title" idx="6"/>
          </p:nvPr>
        </p:nvSpPr>
        <p:spPr>
          <a:xfrm>
            <a:off x="228600" y="228600"/>
            <a:ext cx="5760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a:endParaRPr/>
          </a:p>
        </p:txBody>
      </p:sp>
      <p:sp>
        <p:nvSpPr>
          <p:cNvPr id="190" name="Google Shape;190;p17"/>
          <p:cNvSpPr/>
          <p:nvPr/>
        </p:nvSpPr>
        <p:spPr>
          <a:xfrm>
            <a:off x="7302102" y="-1"/>
            <a:ext cx="1841902" cy="1572524"/>
          </a:xfrm>
          <a:custGeom>
            <a:avLst/>
            <a:gdLst/>
            <a:ahLst/>
            <a:cxnLst/>
            <a:rect l="l" t="t" r="r" b="b"/>
            <a:pathLst>
              <a:path w="65894" h="56257" extrusionOk="0">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91" name="Google Shape;191;p17"/>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2" name="Google Shape;192;p17"/>
          <p:cNvSpPr txBox="1">
            <a:spLocks noGrp="1"/>
          </p:cNvSpPr>
          <p:nvPr>
            <p:ph type="subTitle" idx="7"/>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big ideas - Alt 3">
  <p:cSld name="BLANK_1_1_1_1_1_1_1_1_1_1_1_1_1_1_2">
    <p:spTree>
      <p:nvGrpSpPr>
        <p:cNvPr id="1" name="Shape 193"/>
        <p:cNvGrpSpPr/>
        <p:nvPr/>
      </p:nvGrpSpPr>
      <p:grpSpPr>
        <a:xfrm>
          <a:off x="0" y="0"/>
          <a:ext cx="0" cy="0"/>
          <a:chOff x="0" y="0"/>
          <a:chExt cx="0" cy="0"/>
        </a:xfrm>
      </p:grpSpPr>
      <p:pic>
        <p:nvPicPr>
          <p:cNvPr id="194" name="Google Shape;194;p18"/>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195" name="Google Shape;195;p18"/>
          <p:cNvSpPr txBox="1">
            <a:spLocks noGrp="1"/>
          </p:cNvSpPr>
          <p:nvPr>
            <p:ph type="body" idx="1"/>
          </p:nvPr>
        </p:nvSpPr>
        <p:spPr>
          <a:xfrm>
            <a:off x="1238400"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196" name="Google Shape;196;p18"/>
          <p:cNvSpPr txBox="1">
            <a:spLocks noGrp="1"/>
          </p:cNvSpPr>
          <p:nvPr>
            <p:ph type="body" idx="2"/>
          </p:nvPr>
        </p:nvSpPr>
        <p:spPr>
          <a:xfrm>
            <a:off x="2459068"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197" name="Google Shape;197;p18"/>
          <p:cNvSpPr txBox="1">
            <a:spLocks noGrp="1"/>
          </p:cNvSpPr>
          <p:nvPr>
            <p:ph type="body" idx="3"/>
          </p:nvPr>
        </p:nvSpPr>
        <p:spPr>
          <a:xfrm>
            <a:off x="3833097"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198" name="Google Shape;198;p18"/>
          <p:cNvSpPr txBox="1">
            <a:spLocks noGrp="1"/>
          </p:cNvSpPr>
          <p:nvPr>
            <p:ph type="body" idx="4"/>
          </p:nvPr>
        </p:nvSpPr>
        <p:spPr>
          <a:xfrm>
            <a:off x="5053765"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199" name="Google Shape;199;p18"/>
          <p:cNvSpPr txBox="1">
            <a:spLocks noGrp="1"/>
          </p:cNvSpPr>
          <p:nvPr>
            <p:ph type="body" idx="5"/>
          </p:nvPr>
        </p:nvSpPr>
        <p:spPr>
          <a:xfrm>
            <a:off x="6427794"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0" name="Google Shape;200;p18"/>
          <p:cNvSpPr txBox="1">
            <a:spLocks noGrp="1"/>
          </p:cNvSpPr>
          <p:nvPr>
            <p:ph type="body" idx="6"/>
          </p:nvPr>
        </p:nvSpPr>
        <p:spPr>
          <a:xfrm>
            <a:off x="7648462"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1" name="Google Shape;201;p18"/>
          <p:cNvSpPr txBox="1">
            <a:spLocks noGrp="1"/>
          </p:cNvSpPr>
          <p:nvPr>
            <p:ph type="body" idx="7"/>
          </p:nvPr>
        </p:nvSpPr>
        <p:spPr>
          <a:xfrm>
            <a:off x="6399275" y="350285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2" name="Google Shape;202;p18"/>
          <p:cNvSpPr txBox="1">
            <a:spLocks noGrp="1"/>
          </p:cNvSpPr>
          <p:nvPr>
            <p:ph type="body" idx="8"/>
          </p:nvPr>
        </p:nvSpPr>
        <p:spPr>
          <a:xfrm>
            <a:off x="6399275" y="28160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3" name="Google Shape;203;p18"/>
          <p:cNvSpPr txBox="1">
            <a:spLocks noGrp="1"/>
          </p:cNvSpPr>
          <p:nvPr>
            <p:ph type="body" idx="9"/>
          </p:nvPr>
        </p:nvSpPr>
        <p:spPr>
          <a:xfrm>
            <a:off x="3833097" y="41897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4" name="Google Shape;204;p18"/>
          <p:cNvSpPr txBox="1">
            <a:spLocks noGrp="1"/>
          </p:cNvSpPr>
          <p:nvPr>
            <p:ph type="body" idx="13"/>
          </p:nvPr>
        </p:nvSpPr>
        <p:spPr>
          <a:xfrm>
            <a:off x="3833097" y="3502850"/>
            <a:ext cx="2463900" cy="658800"/>
          </a:xfrm>
          <a:prstGeom prst="rect">
            <a:avLst/>
          </a:prstGeom>
        </p:spPr>
        <p:txBody>
          <a:bodyPr spcFirstLastPara="1" wrap="square" lIns="91425" tIns="91425" rIns="91425" bIns="91425" anchor="t" anchorCtr="0">
            <a:spAutoFit/>
          </a:bodyPr>
          <a:lstStyle>
            <a:lvl1pPr marL="457200" lvl="0" indent="-269875">
              <a:spcBef>
                <a:spcPts val="0"/>
              </a:spcBef>
              <a:spcAft>
                <a:spcPts val="0"/>
              </a:spcAft>
              <a:buSzPts val="650"/>
              <a:buFont typeface="Nunito Sans"/>
              <a:buChar char="●"/>
              <a:defRPr sz="650"/>
            </a:lvl1pPr>
            <a:lvl2pPr marL="914400" lvl="1" indent="-269875">
              <a:spcBef>
                <a:spcPts val="0"/>
              </a:spcBef>
              <a:spcAft>
                <a:spcPts val="0"/>
              </a:spcAft>
              <a:buSzPts val="650"/>
              <a:buFont typeface="Nunito Sans"/>
              <a:buChar char="○"/>
              <a:defRPr sz="650"/>
            </a:lvl2pPr>
            <a:lvl3pPr marL="1371600" lvl="2" indent="-269875">
              <a:spcBef>
                <a:spcPts val="0"/>
              </a:spcBef>
              <a:spcAft>
                <a:spcPts val="0"/>
              </a:spcAft>
              <a:buSzPts val="650"/>
              <a:buFont typeface="Nunito Sans"/>
              <a:buChar char="■"/>
              <a:defRPr sz="650"/>
            </a:lvl3pPr>
            <a:lvl4pPr marL="1828800" lvl="3" indent="-269875">
              <a:spcBef>
                <a:spcPts val="0"/>
              </a:spcBef>
              <a:spcAft>
                <a:spcPts val="0"/>
              </a:spcAft>
              <a:buSzPts val="650"/>
              <a:buFont typeface="Nunito Sans"/>
              <a:buChar char="●"/>
              <a:defRPr sz="650"/>
            </a:lvl4pPr>
            <a:lvl5pPr marL="2286000" lvl="4" indent="-269875">
              <a:spcBef>
                <a:spcPts val="0"/>
              </a:spcBef>
              <a:spcAft>
                <a:spcPts val="0"/>
              </a:spcAft>
              <a:buSzPts val="650"/>
              <a:buFont typeface="Nunito Sans"/>
              <a:buChar char="○"/>
              <a:defRPr sz="650"/>
            </a:lvl5pPr>
            <a:lvl6pPr marL="2743200" lvl="5" indent="-269875">
              <a:spcBef>
                <a:spcPts val="0"/>
              </a:spcBef>
              <a:spcAft>
                <a:spcPts val="0"/>
              </a:spcAft>
              <a:buSzPts val="650"/>
              <a:buFont typeface="Nunito Sans"/>
              <a:buChar char="■"/>
              <a:defRPr sz="650"/>
            </a:lvl6pPr>
            <a:lvl7pPr marL="3200400" lvl="6" indent="-269875">
              <a:spcBef>
                <a:spcPts val="0"/>
              </a:spcBef>
              <a:spcAft>
                <a:spcPts val="0"/>
              </a:spcAft>
              <a:buSzPts val="650"/>
              <a:buFont typeface="Nunito Sans"/>
              <a:buChar char="●"/>
              <a:defRPr sz="650"/>
            </a:lvl7pPr>
            <a:lvl8pPr marL="3657600" lvl="7" indent="-269875">
              <a:spcBef>
                <a:spcPts val="0"/>
              </a:spcBef>
              <a:spcAft>
                <a:spcPts val="0"/>
              </a:spcAft>
              <a:buSzPts val="650"/>
              <a:buFont typeface="Nunito Sans"/>
              <a:buChar char="○"/>
              <a:defRPr sz="650"/>
            </a:lvl8pPr>
            <a:lvl9pPr marL="4114800" lvl="8" indent="-269875">
              <a:spcBef>
                <a:spcPts val="0"/>
              </a:spcBef>
              <a:spcAft>
                <a:spcPts val="0"/>
              </a:spcAft>
              <a:buSzPts val="650"/>
              <a:buFont typeface="Nunito Sans"/>
              <a:buChar char="■"/>
              <a:defRPr sz="650"/>
            </a:lvl9pPr>
          </a:lstStyle>
          <a:p>
            <a:endParaRPr/>
          </a:p>
        </p:txBody>
      </p:sp>
      <p:sp>
        <p:nvSpPr>
          <p:cNvPr id="205" name="Google Shape;205;p18"/>
          <p:cNvSpPr txBox="1">
            <a:spLocks noGrp="1"/>
          </p:cNvSpPr>
          <p:nvPr>
            <p:ph type="body" idx="14"/>
          </p:nvPr>
        </p:nvSpPr>
        <p:spPr>
          <a:xfrm>
            <a:off x="3833097" y="28160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6" name="Google Shape;206;p18"/>
          <p:cNvSpPr txBox="1">
            <a:spLocks noGrp="1"/>
          </p:cNvSpPr>
          <p:nvPr>
            <p:ph type="body" idx="15"/>
          </p:nvPr>
        </p:nvSpPr>
        <p:spPr>
          <a:xfrm>
            <a:off x="1238400" y="41897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7" name="Google Shape;207;p18"/>
          <p:cNvSpPr txBox="1">
            <a:spLocks noGrp="1"/>
          </p:cNvSpPr>
          <p:nvPr>
            <p:ph type="body" idx="16"/>
          </p:nvPr>
        </p:nvSpPr>
        <p:spPr>
          <a:xfrm>
            <a:off x="1238400" y="350285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8" name="Google Shape;208;p18"/>
          <p:cNvSpPr txBox="1">
            <a:spLocks noGrp="1"/>
          </p:cNvSpPr>
          <p:nvPr>
            <p:ph type="body" idx="17"/>
          </p:nvPr>
        </p:nvSpPr>
        <p:spPr>
          <a:xfrm>
            <a:off x="1238400" y="28160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9" name="Google Shape;209;p18"/>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210" name="Google Shape;210;p18"/>
          <p:cNvSpPr txBox="1">
            <a:spLocks noGrp="1"/>
          </p:cNvSpPr>
          <p:nvPr>
            <p:ph type="title" idx="18"/>
          </p:nvPr>
        </p:nvSpPr>
        <p:spPr>
          <a:xfrm>
            <a:off x="228600" y="2817305"/>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1" name="Google Shape;211;p18"/>
          <p:cNvSpPr txBox="1">
            <a:spLocks noGrp="1"/>
          </p:cNvSpPr>
          <p:nvPr>
            <p:ph type="title" idx="19"/>
          </p:nvPr>
        </p:nvSpPr>
        <p:spPr>
          <a:xfrm>
            <a:off x="228600" y="1887327"/>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2" name="Google Shape;212;p18"/>
          <p:cNvSpPr txBox="1">
            <a:spLocks noGrp="1"/>
          </p:cNvSpPr>
          <p:nvPr>
            <p:ph type="title" idx="20"/>
          </p:nvPr>
        </p:nvSpPr>
        <p:spPr>
          <a:xfrm>
            <a:off x="228600" y="1312276"/>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3" name="Google Shape;213;p18"/>
          <p:cNvSpPr txBox="1">
            <a:spLocks noGrp="1"/>
          </p:cNvSpPr>
          <p:nvPr>
            <p:ph type="title" idx="21"/>
          </p:nvPr>
        </p:nvSpPr>
        <p:spPr>
          <a:xfrm>
            <a:off x="228600" y="924550"/>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4" name="Google Shape;214;p18"/>
          <p:cNvSpPr txBox="1">
            <a:spLocks noGrp="1"/>
          </p:cNvSpPr>
          <p:nvPr>
            <p:ph type="title" idx="22"/>
          </p:nvPr>
        </p:nvSpPr>
        <p:spPr>
          <a:xfrm>
            <a:off x="228600" y="3509306"/>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5" name="Google Shape;215;p18"/>
          <p:cNvSpPr txBox="1">
            <a:spLocks noGrp="1"/>
          </p:cNvSpPr>
          <p:nvPr>
            <p:ph type="title" idx="23"/>
          </p:nvPr>
        </p:nvSpPr>
        <p:spPr>
          <a:xfrm>
            <a:off x="228600" y="4189724"/>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6" name="Google Shape;216;p18"/>
          <p:cNvSpPr txBox="1">
            <a:spLocks noGrp="1"/>
          </p:cNvSpPr>
          <p:nvPr>
            <p:ph type="subTitle" idx="24"/>
          </p:nvPr>
        </p:nvSpPr>
        <p:spPr>
          <a:xfrm>
            <a:off x="1430832" y="957275"/>
            <a:ext cx="2040000" cy="241500"/>
          </a:xfrm>
          <a:prstGeom prst="rect">
            <a:avLst/>
          </a:prstGeom>
        </p:spPr>
        <p:txBody>
          <a:bodyPr spcFirstLastPara="1" wrap="square" lIns="274300" tIns="0" rIns="274300" bIns="0" anchor="ctr" anchorCtr="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17" name="Google Shape;217;p18"/>
          <p:cNvSpPr txBox="1">
            <a:spLocks noGrp="1"/>
          </p:cNvSpPr>
          <p:nvPr>
            <p:ph type="subTitle" idx="25"/>
          </p:nvPr>
        </p:nvSpPr>
        <p:spPr>
          <a:xfrm>
            <a:off x="4025506" y="957275"/>
            <a:ext cx="2040000" cy="241500"/>
          </a:xfrm>
          <a:prstGeom prst="rect">
            <a:avLst/>
          </a:prstGeom>
        </p:spPr>
        <p:txBody>
          <a:bodyPr spcFirstLastPara="1" wrap="square" lIns="274300" tIns="0" rIns="274300" bIns="0" anchor="ctr" anchorCtr="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18" name="Google Shape;218;p18"/>
          <p:cNvSpPr txBox="1">
            <a:spLocks noGrp="1"/>
          </p:cNvSpPr>
          <p:nvPr>
            <p:ph type="body" idx="26"/>
          </p:nvPr>
        </p:nvSpPr>
        <p:spPr>
          <a:xfrm>
            <a:off x="6399275" y="41897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19" name="Google Shape;219;p18"/>
          <p:cNvSpPr txBox="1">
            <a:spLocks noGrp="1"/>
          </p:cNvSpPr>
          <p:nvPr>
            <p:ph type="subTitle" idx="27"/>
          </p:nvPr>
        </p:nvSpPr>
        <p:spPr>
          <a:xfrm>
            <a:off x="6620203" y="957275"/>
            <a:ext cx="2040000" cy="241500"/>
          </a:xfrm>
          <a:prstGeom prst="rect">
            <a:avLst/>
          </a:prstGeom>
        </p:spPr>
        <p:txBody>
          <a:bodyPr spcFirstLastPara="1" wrap="square" lIns="274300" tIns="0" rIns="274300" bIns="0" anchor="ctr" anchorCtr="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20" name="Google Shape;220;p18"/>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1" name="Google Shape;221;p18"/>
          <p:cNvSpPr txBox="1">
            <a:spLocks noGrp="1"/>
          </p:cNvSpPr>
          <p:nvPr>
            <p:ph type="subTitle" idx="28"/>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ersona">
  <p:cSld name="BLANK_1_1_1_1_2_1_2_1">
    <p:spTree>
      <p:nvGrpSpPr>
        <p:cNvPr id="1" name="Shape 222"/>
        <p:cNvGrpSpPr/>
        <p:nvPr/>
      </p:nvGrpSpPr>
      <p:grpSpPr>
        <a:xfrm>
          <a:off x="0" y="0"/>
          <a:ext cx="0" cy="0"/>
          <a:chOff x="0" y="0"/>
          <a:chExt cx="0" cy="0"/>
        </a:xfrm>
      </p:grpSpPr>
      <p:pic>
        <p:nvPicPr>
          <p:cNvPr id="223" name="Google Shape;223;p19"/>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224" name="Google Shape;224;p19"/>
          <p:cNvSpPr txBox="1">
            <a:spLocks noGrp="1"/>
          </p:cNvSpPr>
          <p:nvPr>
            <p:ph type="body" idx="1"/>
          </p:nvPr>
        </p:nvSpPr>
        <p:spPr>
          <a:xfrm>
            <a:off x="6080825" y="2545247"/>
            <a:ext cx="2834700" cy="7038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225" name="Google Shape;225;p19"/>
          <p:cNvSpPr txBox="1">
            <a:spLocks noGrp="1"/>
          </p:cNvSpPr>
          <p:nvPr>
            <p:ph type="title"/>
          </p:nvPr>
        </p:nvSpPr>
        <p:spPr>
          <a:xfrm>
            <a:off x="6080825" y="2228204"/>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26" name="Google Shape;226;p19"/>
          <p:cNvSpPr txBox="1">
            <a:spLocks noGrp="1"/>
          </p:cNvSpPr>
          <p:nvPr>
            <p:ph type="body" idx="2"/>
          </p:nvPr>
        </p:nvSpPr>
        <p:spPr>
          <a:xfrm>
            <a:off x="6080825" y="3561500"/>
            <a:ext cx="2834700" cy="7038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Clr>
                <a:schemeClr val="dk1"/>
              </a:buClr>
              <a:buSzPts val="1000"/>
              <a:buFont typeface="Nunito Sans"/>
              <a:buChar char="●"/>
              <a:defRPr sz="1000"/>
            </a:lvl1pPr>
            <a:lvl2pPr marL="914400" lvl="1" indent="-292100">
              <a:spcBef>
                <a:spcPts val="0"/>
              </a:spcBef>
              <a:spcAft>
                <a:spcPts val="0"/>
              </a:spcAft>
              <a:buClr>
                <a:schemeClr val="dk1"/>
              </a:buClr>
              <a:buSzPts val="1000"/>
              <a:buFont typeface="Nunito Sans"/>
              <a:buChar char="○"/>
              <a:defRPr sz="1000"/>
            </a:lvl2pPr>
            <a:lvl3pPr marL="1371600" lvl="2" indent="-292100">
              <a:spcBef>
                <a:spcPts val="0"/>
              </a:spcBef>
              <a:spcAft>
                <a:spcPts val="0"/>
              </a:spcAft>
              <a:buClr>
                <a:schemeClr val="dk1"/>
              </a:buClr>
              <a:buSzPts val="1000"/>
              <a:buFont typeface="Nunito Sans"/>
              <a:buChar char="■"/>
              <a:defRPr sz="1000"/>
            </a:lvl3pPr>
            <a:lvl4pPr marL="1828800" lvl="3" indent="-292100">
              <a:spcBef>
                <a:spcPts val="0"/>
              </a:spcBef>
              <a:spcAft>
                <a:spcPts val="0"/>
              </a:spcAft>
              <a:buClr>
                <a:schemeClr val="dk1"/>
              </a:buClr>
              <a:buSzPts val="1000"/>
              <a:buFont typeface="Nunito Sans"/>
              <a:buChar char="●"/>
              <a:defRPr sz="1000"/>
            </a:lvl4pPr>
            <a:lvl5pPr marL="2286000" lvl="4" indent="-292100">
              <a:spcBef>
                <a:spcPts val="0"/>
              </a:spcBef>
              <a:spcAft>
                <a:spcPts val="0"/>
              </a:spcAft>
              <a:buClr>
                <a:schemeClr val="dk1"/>
              </a:buClr>
              <a:buSzPts val="1000"/>
              <a:buFont typeface="Nunito Sans"/>
              <a:buChar char="○"/>
              <a:defRPr sz="1000"/>
            </a:lvl5pPr>
            <a:lvl6pPr marL="2743200" lvl="5" indent="-292100">
              <a:spcBef>
                <a:spcPts val="0"/>
              </a:spcBef>
              <a:spcAft>
                <a:spcPts val="0"/>
              </a:spcAft>
              <a:buClr>
                <a:schemeClr val="dk1"/>
              </a:buClr>
              <a:buSzPts val="1000"/>
              <a:buFont typeface="Nunito Sans"/>
              <a:buChar char="■"/>
              <a:defRPr sz="1000"/>
            </a:lvl6pPr>
            <a:lvl7pPr marL="3200400" lvl="6" indent="-292100">
              <a:spcBef>
                <a:spcPts val="0"/>
              </a:spcBef>
              <a:spcAft>
                <a:spcPts val="0"/>
              </a:spcAft>
              <a:buClr>
                <a:schemeClr val="dk1"/>
              </a:buClr>
              <a:buSzPts val="1000"/>
              <a:buFont typeface="Nunito Sans"/>
              <a:buChar char="●"/>
              <a:defRPr sz="1000"/>
            </a:lvl7pPr>
            <a:lvl8pPr marL="3657600" lvl="7" indent="-292100">
              <a:spcBef>
                <a:spcPts val="0"/>
              </a:spcBef>
              <a:spcAft>
                <a:spcPts val="0"/>
              </a:spcAft>
              <a:buClr>
                <a:schemeClr val="dk1"/>
              </a:buClr>
              <a:buSzPts val="1000"/>
              <a:buFont typeface="Nunito Sans"/>
              <a:buChar char="○"/>
              <a:defRPr sz="1000"/>
            </a:lvl8pPr>
            <a:lvl9pPr marL="4114800" lvl="8" indent="-292100">
              <a:spcBef>
                <a:spcPts val="0"/>
              </a:spcBef>
              <a:spcAft>
                <a:spcPts val="0"/>
              </a:spcAft>
              <a:buClr>
                <a:schemeClr val="dk1"/>
              </a:buClr>
              <a:buSzPts val="1000"/>
              <a:buFont typeface="Nunito Sans"/>
              <a:buChar char="■"/>
              <a:defRPr sz="1000"/>
            </a:lvl9pPr>
          </a:lstStyle>
          <a:p>
            <a:endParaRPr/>
          </a:p>
        </p:txBody>
      </p:sp>
      <p:sp>
        <p:nvSpPr>
          <p:cNvPr id="227" name="Google Shape;227;p19"/>
          <p:cNvSpPr txBox="1">
            <a:spLocks noGrp="1"/>
          </p:cNvSpPr>
          <p:nvPr>
            <p:ph type="title" idx="3"/>
          </p:nvPr>
        </p:nvSpPr>
        <p:spPr>
          <a:xfrm>
            <a:off x="6080825" y="3244458"/>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28" name="Google Shape;228;p19"/>
          <p:cNvSpPr txBox="1">
            <a:spLocks noGrp="1"/>
          </p:cNvSpPr>
          <p:nvPr>
            <p:ph type="body" idx="4"/>
          </p:nvPr>
        </p:nvSpPr>
        <p:spPr>
          <a:xfrm>
            <a:off x="3154650" y="3026423"/>
            <a:ext cx="2834700" cy="13461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229" name="Google Shape;229;p19"/>
          <p:cNvSpPr>
            <a:spLocks noGrp="1"/>
          </p:cNvSpPr>
          <p:nvPr>
            <p:ph type="pic" idx="5"/>
          </p:nvPr>
        </p:nvSpPr>
        <p:spPr>
          <a:xfrm>
            <a:off x="309350" y="952800"/>
            <a:ext cx="2754000" cy="1634100"/>
          </a:xfrm>
          <a:prstGeom prst="roundRect">
            <a:avLst>
              <a:gd name="adj" fmla="val 16667"/>
            </a:avLst>
          </a:prstGeom>
          <a:noFill/>
          <a:ln>
            <a:noFill/>
          </a:ln>
        </p:spPr>
        <p:txBody>
          <a:bodyPr/>
          <a:lstStyle/>
          <a:p>
            <a:endParaRPr lang="en-IN"/>
          </a:p>
        </p:txBody>
      </p:sp>
      <p:sp>
        <p:nvSpPr>
          <p:cNvPr id="230" name="Google Shape;230;p19"/>
          <p:cNvSpPr txBox="1">
            <a:spLocks noGrp="1"/>
          </p:cNvSpPr>
          <p:nvPr>
            <p:ph type="title" idx="6"/>
          </p:nvPr>
        </p:nvSpPr>
        <p:spPr>
          <a:xfrm>
            <a:off x="3154650" y="2709375"/>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31" name="Google Shape;231;p19"/>
          <p:cNvSpPr txBox="1">
            <a:spLocks noGrp="1"/>
          </p:cNvSpPr>
          <p:nvPr>
            <p:ph type="title" idx="7"/>
          </p:nvPr>
        </p:nvSpPr>
        <p:spPr>
          <a:xfrm>
            <a:off x="3154650" y="858000"/>
            <a:ext cx="2834700" cy="742200"/>
          </a:xfrm>
          <a:prstGeom prst="rect">
            <a:avLst/>
          </a:prstGeom>
        </p:spPr>
        <p:txBody>
          <a:bodyPr spcFirstLastPara="1" wrap="square" lIns="91425" tIns="91425" rIns="91425" bIns="91425" anchor="t" anchorCtr="0">
            <a:spAutoFit/>
          </a:bodyPr>
          <a:lstStyle>
            <a:lvl1pPr lvl="0">
              <a:lnSpc>
                <a:spcPct val="115000"/>
              </a:lnSpc>
              <a:spcBef>
                <a:spcPts val="0"/>
              </a:spcBef>
              <a:spcAft>
                <a:spcPts val="0"/>
              </a:spcAft>
              <a:buNone/>
              <a:defRPr sz="1400" b="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a:endParaRPr/>
          </a:p>
        </p:txBody>
      </p:sp>
      <p:sp>
        <p:nvSpPr>
          <p:cNvPr id="232" name="Google Shape;232;p19"/>
          <p:cNvSpPr txBox="1">
            <a:spLocks noGrp="1"/>
          </p:cNvSpPr>
          <p:nvPr>
            <p:ph type="title" idx="8"/>
          </p:nvPr>
        </p:nvSpPr>
        <p:spPr>
          <a:xfrm>
            <a:off x="228600" y="228600"/>
            <a:ext cx="5760600" cy="6522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a:endParaRPr/>
          </a:p>
        </p:txBody>
      </p:sp>
      <p:sp>
        <p:nvSpPr>
          <p:cNvPr id="233" name="Google Shape;233;p19"/>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4" name="Google Shape;234;p19"/>
          <p:cNvSpPr txBox="1">
            <a:spLocks noGrp="1"/>
          </p:cNvSpPr>
          <p:nvPr>
            <p:ph type="title" idx="9"/>
          </p:nvPr>
        </p:nvSpPr>
        <p:spPr>
          <a:xfrm>
            <a:off x="6080825" y="858000"/>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35" name="Google Shape;235;p19"/>
          <p:cNvSpPr txBox="1">
            <a:spLocks noGrp="1"/>
          </p:cNvSpPr>
          <p:nvPr>
            <p:ph type="subTitle" idx="1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ersona - Alt 1">
  <p:cSld name="BLANK_1_1_1_1_2_1_2_1_1">
    <p:spTree>
      <p:nvGrpSpPr>
        <p:cNvPr id="1" name="Shape 236"/>
        <p:cNvGrpSpPr/>
        <p:nvPr/>
      </p:nvGrpSpPr>
      <p:grpSpPr>
        <a:xfrm>
          <a:off x="0" y="0"/>
          <a:ext cx="0" cy="0"/>
          <a:chOff x="0" y="0"/>
          <a:chExt cx="0" cy="0"/>
        </a:xfrm>
      </p:grpSpPr>
      <p:pic>
        <p:nvPicPr>
          <p:cNvPr id="237" name="Google Shape;237;p20"/>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238" name="Google Shape;238;p20"/>
          <p:cNvSpPr txBox="1">
            <a:spLocks noGrp="1"/>
          </p:cNvSpPr>
          <p:nvPr>
            <p:ph type="body" idx="1"/>
          </p:nvPr>
        </p:nvSpPr>
        <p:spPr>
          <a:xfrm>
            <a:off x="3154650" y="1167124"/>
            <a:ext cx="2834700" cy="7284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239" name="Google Shape;239;p20"/>
          <p:cNvSpPr txBox="1">
            <a:spLocks noGrp="1"/>
          </p:cNvSpPr>
          <p:nvPr>
            <p:ph type="body" idx="2"/>
          </p:nvPr>
        </p:nvSpPr>
        <p:spPr>
          <a:xfrm>
            <a:off x="228600" y="1167124"/>
            <a:ext cx="2834700" cy="7284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240" name="Google Shape;240;p20"/>
          <p:cNvSpPr txBox="1">
            <a:spLocks noGrp="1"/>
          </p:cNvSpPr>
          <p:nvPr>
            <p:ph type="title"/>
          </p:nvPr>
        </p:nvSpPr>
        <p:spPr>
          <a:xfrm>
            <a:off x="1843500" y="2984230"/>
            <a:ext cx="1219800" cy="126900"/>
          </a:xfrm>
          <a:prstGeom prst="rect">
            <a:avLst/>
          </a:prstGeom>
        </p:spPr>
        <p:txBody>
          <a:bodyPr spcFirstLastPara="1" wrap="square" lIns="91425" tIns="0" rIns="91425" bIns="0" anchor="ctr" anchorCtr="0">
            <a:noAutofit/>
          </a:bodyPr>
          <a:lstStyle>
            <a:lvl1pPr lvl="0" algn="r">
              <a:spcBef>
                <a:spcPts val="0"/>
              </a:spcBef>
              <a:spcAft>
                <a:spcPts val="0"/>
              </a:spcAft>
              <a:buNone/>
              <a:defRPr sz="700" b="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a:endParaRPr/>
          </a:p>
        </p:txBody>
      </p:sp>
      <p:sp>
        <p:nvSpPr>
          <p:cNvPr id="241" name="Google Shape;241;p20"/>
          <p:cNvSpPr txBox="1">
            <a:spLocks noGrp="1"/>
          </p:cNvSpPr>
          <p:nvPr>
            <p:ph type="title" idx="3"/>
          </p:nvPr>
        </p:nvSpPr>
        <p:spPr>
          <a:xfrm>
            <a:off x="3154650" y="1955684"/>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2" name="Google Shape;242;p20"/>
          <p:cNvSpPr txBox="1">
            <a:spLocks noGrp="1"/>
          </p:cNvSpPr>
          <p:nvPr>
            <p:ph type="title" idx="4"/>
          </p:nvPr>
        </p:nvSpPr>
        <p:spPr>
          <a:xfrm>
            <a:off x="3154650" y="85008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3" name="Google Shape;243;p20"/>
          <p:cNvSpPr txBox="1">
            <a:spLocks noGrp="1"/>
          </p:cNvSpPr>
          <p:nvPr>
            <p:ph type="title" idx="5"/>
          </p:nvPr>
        </p:nvSpPr>
        <p:spPr>
          <a:xfrm>
            <a:off x="228600" y="85008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4" name="Google Shape;244;p20"/>
          <p:cNvSpPr txBox="1">
            <a:spLocks noGrp="1"/>
          </p:cNvSpPr>
          <p:nvPr>
            <p:ph type="title" idx="6"/>
          </p:nvPr>
        </p:nvSpPr>
        <p:spPr>
          <a:xfrm>
            <a:off x="6080825" y="85008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5" name="Google Shape;245;p20"/>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46" name="Google Shape;246;p20"/>
          <p:cNvSpPr txBox="1">
            <a:spLocks noGrp="1"/>
          </p:cNvSpPr>
          <p:nvPr>
            <p:ph type="title" idx="7"/>
          </p:nvPr>
        </p:nvSpPr>
        <p:spPr>
          <a:xfrm>
            <a:off x="6080825" y="2600385"/>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7" name="Google Shape;247;p20"/>
          <p:cNvSpPr txBox="1">
            <a:spLocks noGrp="1"/>
          </p:cNvSpPr>
          <p:nvPr>
            <p:ph type="title" idx="8"/>
          </p:nvPr>
        </p:nvSpPr>
        <p:spPr>
          <a:xfrm>
            <a:off x="228600" y="1955684"/>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8" name="Google Shape;248;p20"/>
          <p:cNvSpPr txBox="1">
            <a:spLocks noGrp="1"/>
          </p:cNvSpPr>
          <p:nvPr>
            <p:ph type="title" idx="9"/>
          </p:nvPr>
        </p:nvSpPr>
        <p:spPr>
          <a:xfrm>
            <a:off x="3154650" y="339416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9" name="Google Shape;249;p20"/>
          <p:cNvSpPr txBox="1">
            <a:spLocks noGrp="1"/>
          </p:cNvSpPr>
          <p:nvPr>
            <p:ph type="title" idx="13"/>
          </p:nvPr>
        </p:nvSpPr>
        <p:spPr>
          <a:xfrm>
            <a:off x="228600" y="339416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50" name="Google Shape;250;p20"/>
          <p:cNvSpPr txBox="1">
            <a:spLocks noGrp="1"/>
          </p:cNvSpPr>
          <p:nvPr>
            <p:ph type="title" idx="14"/>
          </p:nvPr>
        </p:nvSpPr>
        <p:spPr>
          <a:xfrm>
            <a:off x="6080825" y="1257775"/>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1" name="Google Shape;251;p20"/>
          <p:cNvSpPr txBox="1">
            <a:spLocks noGrp="1"/>
          </p:cNvSpPr>
          <p:nvPr>
            <p:ph type="title" idx="15"/>
          </p:nvPr>
        </p:nvSpPr>
        <p:spPr>
          <a:xfrm>
            <a:off x="6080825" y="1510744"/>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2" name="Google Shape;252;p20"/>
          <p:cNvSpPr txBox="1">
            <a:spLocks noGrp="1"/>
          </p:cNvSpPr>
          <p:nvPr>
            <p:ph type="title" idx="16"/>
          </p:nvPr>
        </p:nvSpPr>
        <p:spPr>
          <a:xfrm>
            <a:off x="6080825" y="1763713"/>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3" name="Google Shape;253;p20"/>
          <p:cNvSpPr txBox="1">
            <a:spLocks noGrp="1"/>
          </p:cNvSpPr>
          <p:nvPr>
            <p:ph type="title" idx="17"/>
          </p:nvPr>
        </p:nvSpPr>
        <p:spPr>
          <a:xfrm>
            <a:off x="6080825" y="2016681"/>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4" name="Google Shape;254;p20"/>
          <p:cNvSpPr txBox="1">
            <a:spLocks noGrp="1"/>
          </p:cNvSpPr>
          <p:nvPr>
            <p:ph type="title" idx="18"/>
          </p:nvPr>
        </p:nvSpPr>
        <p:spPr>
          <a:xfrm>
            <a:off x="6080825" y="2269650"/>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5" name="Google Shape;255;p20"/>
          <p:cNvSpPr txBox="1">
            <a:spLocks noGrp="1"/>
          </p:cNvSpPr>
          <p:nvPr>
            <p:ph type="title" idx="19"/>
          </p:nvPr>
        </p:nvSpPr>
        <p:spPr>
          <a:xfrm>
            <a:off x="228600" y="228600"/>
            <a:ext cx="5760600" cy="6522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a:endParaRPr/>
          </a:p>
        </p:txBody>
      </p:sp>
      <p:sp>
        <p:nvSpPr>
          <p:cNvPr id="256" name="Google Shape;256;p20"/>
          <p:cNvSpPr txBox="1">
            <a:spLocks noGrp="1"/>
          </p:cNvSpPr>
          <p:nvPr>
            <p:ph type="title" idx="20"/>
          </p:nvPr>
        </p:nvSpPr>
        <p:spPr>
          <a:xfrm>
            <a:off x="228600" y="234795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7" name="Google Shape;257;p20"/>
          <p:cNvSpPr txBox="1">
            <a:spLocks noGrp="1"/>
          </p:cNvSpPr>
          <p:nvPr>
            <p:ph type="title" idx="21"/>
          </p:nvPr>
        </p:nvSpPr>
        <p:spPr>
          <a:xfrm>
            <a:off x="1843500" y="2347950"/>
            <a:ext cx="1219800" cy="126900"/>
          </a:xfrm>
          <a:prstGeom prst="rect">
            <a:avLst/>
          </a:prstGeom>
        </p:spPr>
        <p:txBody>
          <a:bodyPr spcFirstLastPara="1" wrap="square" lIns="91425" tIns="0" rIns="91425" bIns="0" anchor="ctr" anchorCtr="0">
            <a:noAutofit/>
          </a:bodyPr>
          <a:lstStyle>
            <a:lvl1pPr lvl="0" algn="r">
              <a:spcBef>
                <a:spcPts val="0"/>
              </a:spcBef>
              <a:spcAft>
                <a:spcPts val="0"/>
              </a:spcAft>
              <a:buNone/>
              <a:defRPr sz="700" b="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a:endParaRPr/>
          </a:p>
        </p:txBody>
      </p:sp>
      <p:sp>
        <p:nvSpPr>
          <p:cNvPr id="258" name="Google Shape;258;p20"/>
          <p:cNvSpPr txBox="1">
            <a:spLocks noGrp="1"/>
          </p:cNvSpPr>
          <p:nvPr>
            <p:ph type="title" idx="22"/>
          </p:nvPr>
        </p:nvSpPr>
        <p:spPr>
          <a:xfrm>
            <a:off x="228600" y="266609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9" name="Google Shape;259;p20"/>
          <p:cNvSpPr txBox="1">
            <a:spLocks noGrp="1"/>
          </p:cNvSpPr>
          <p:nvPr>
            <p:ph type="title" idx="23"/>
          </p:nvPr>
        </p:nvSpPr>
        <p:spPr>
          <a:xfrm>
            <a:off x="1843500" y="2666090"/>
            <a:ext cx="1219800" cy="126900"/>
          </a:xfrm>
          <a:prstGeom prst="rect">
            <a:avLst/>
          </a:prstGeom>
        </p:spPr>
        <p:txBody>
          <a:bodyPr spcFirstLastPara="1" wrap="square" lIns="91425" tIns="0" rIns="91425" bIns="0" anchor="ctr" anchorCtr="0">
            <a:noAutofit/>
          </a:bodyPr>
          <a:lstStyle>
            <a:lvl1pPr lvl="0" algn="r">
              <a:spcBef>
                <a:spcPts val="0"/>
              </a:spcBef>
              <a:spcAft>
                <a:spcPts val="0"/>
              </a:spcAft>
              <a:buNone/>
              <a:defRPr sz="700" b="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a:endParaRPr/>
          </a:p>
        </p:txBody>
      </p:sp>
      <p:sp>
        <p:nvSpPr>
          <p:cNvPr id="260" name="Google Shape;260;p20"/>
          <p:cNvSpPr txBox="1">
            <a:spLocks noGrp="1"/>
          </p:cNvSpPr>
          <p:nvPr>
            <p:ph type="title" idx="24"/>
          </p:nvPr>
        </p:nvSpPr>
        <p:spPr>
          <a:xfrm>
            <a:off x="228600" y="298423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61" name="Google Shape;261;p20"/>
          <p:cNvSpPr txBox="1">
            <a:spLocks noGrp="1"/>
          </p:cNvSpPr>
          <p:nvPr>
            <p:ph type="title" idx="25"/>
          </p:nvPr>
        </p:nvSpPr>
        <p:spPr>
          <a:xfrm>
            <a:off x="3154713" y="234795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62" name="Google Shape;262;p20"/>
          <p:cNvSpPr txBox="1">
            <a:spLocks noGrp="1"/>
          </p:cNvSpPr>
          <p:nvPr>
            <p:ph type="title" idx="26"/>
          </p:nvPr>
        </p:nvSpPr>
        <p:spPr>
          <a:xfrm>
            <a:off x="3154713" y="266609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63" name="Google Shape;263;p20"/>
          <p:cNvSpPr txBox="1">
            <a:spLocks noGrp="1"/>
          </p:cNvSpPr>
          <p:nvPr>
            <p:ph type="title" idx="27"/>
          </p:nvPr>
        </p:nvSpPr>
        <p:spPr>
          <a:xfrm>
            <a:off x="3154713" y="298423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64" name="Google Shape;264;p20"/>
          <p:cNvSpPr txBox="1">
            <a:spLocks noGrp="1"/>
          </p:cNvSpPr>
          <p:nvPr>
            <p:ph type="subTitle" idx="28"/>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our big ideas - Alt 1">
  <p:cSld name="BLANK_1_1_1_1_1_1_1_1_1_1_1_1_1_1_1">
    <p:spTree>
      <p:nvGrpSpPr>
        <p:cNvPr id="1" name="Shape 265"/>
        <p:cNvGrpSpPr/>
        <p:nvPr/>
      </p:nvGrpSpPr>
      <p:grpSpPr>
        <a:xfrm>
          <a:off x="0" y="0"/>
          <a:ext cx="0" cy="0"/>
          <a:chOff x="0" y="0"/>
          <a:chExt cx="0" cy="0"/>
        </a:xfrm>
      </p:grpSpPr>
      <p:sp>
        <p:nvSpPr>
          <p:cNvPr id="266" name="Google Shape;266;p21"/>
          <p:cNvSpPr txBox="1">
            <a:spLocks noGrp="1"/>
          </p:cNvSpPr>
          <p:nvPr>
            <p:ph type="subTitle" idx="1"/>
          </p:nvPr>
        </p:nvSpPr>
        <p:spPr>
          <a:xfrm>
            <a:off x="228600" y="1872350"/>
            <a:ext cx="20391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67" name="Google Shape;267;p21"/>
          <p:cNvSpPr txBox="1">
            <a:spLocks noGrp="1"/>
          </p:cNvSpPr>
          <p:nvPr>
            <p:ph type="subTitle" idx="2"/>
          </p:nvPr>
        </p:nvSpPr>
        <p:spPr>
          <a:xfrm>
            <a:off x="2423700" y="1872350"/>
            <a:ext cx="20613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68" name="Google Shape;268;p21"/>
          <p:cNvSpPr txBox="1">
            <a:spLocks noGrp="1"/>
          </p:cNvSpPr>
          <p:nvPr>
            <p:ph type="subTitle" idx="3"/>
          </p:nvPr>
        </p:nvSpPr>
        <p:spPr>
          <a:xfrm>
            <a:off x="6811650" y="1872350"/>
            <a:ext cx="20391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69" name="Google Shape;269;p21"/>
          <p:cNvSpPr txBox="1">
            <a:spLocks noGrp="1"/>
          </p:cNvSpPr>
          <p:nvPr>
            <p:ph type="subTitle" idx="4"/>
          </p:nvPr>
        </p:nvSpPr>
        <p:spPr>
          <a:xfrm>
            <a:off x="4615425" y="1872350"/>
            <a:ext cx="20391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pic>
        <p:nvPicPr>
          <p:cNvPr id="270" name="Google Shape;270;p21"/>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271" name="Google Shape;271;p21"/>
          <p:cNvSpPr txBox="1">
            <a:spLocks noGrp="1"/>
          </p:cNvSpPr>
          <p:nvPr>
            <p:ph type="body" idx="5"/>
          </p:nvPr>
        </p:nvSpPr>
        <p:spPr>
          <a:xfrm>
            <a:off x="228600" y="2266758"/>
            <a:ext cx="2039100" cy="722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800"/>
              </a:spcBef>
              <a:spcAft>
                <a:spcPts val="0"/>
              </a:spcAft>
              <a:buClr>
                <a:schemeClr val="dk1"/>
              </a:buClr>
              <a:buSzPts val="900"/>
              <a:buFont typeface="Nunito Sans"/>
              <a:buChar char="○"/>
              <a:defRPr sz="900"/>
            </a:lvl2pPr>
            <a:lvl3pPr marL="1371600" lvl="2" indent="-285750">
              <a:spcBef>
                <a:spcPts val="800"/>
              </a:spcBef>
              <a:spcAft>
                <a:spcPts val="0"/>
              </a:spcAft>
              <a:buClr>
                <a:schemeClr val="dk1"/>
              </a:buClr>
              <a:buSzPts val="900"/>
              <a:buFont typeface="Nunito Sans"/>
              <a:buChar char="■"/>
              <a:defRPr sz="900"/>
            </a:lvl3pPr>
            <a:lvl4pPr marL="1828800" lvl="3" indent="-285750">
              <a:spcBef>
                <a:spcPts val="800"/>
              </a:spcBef>
              <a:spcAft>
                <a:spcPts val="0"/>
              </a:spcAft>
              <a:buClr>
                <a:schemeClr val="dk1"/>
              </a:buClr>
              <a:buSzPts val="900"/>
              <a:buFont typeface="Nunito Sans"/>
              <a:buChar char="●"/>
              <a:defRPr sz="900"/>
            </a:lvl4pPr>
            <a:lvl5pPr marL="2286000" lvl="4" indent="-285750">
              <a:spcBef>
                <a:spcPts val="800"/>
              </a:spcBef>
              <a:spcAft>
                <a:spcPts val="0"/>
              </a:spcAft>
              <a:buClr>
                <a:schemeClr val="dk1"/>
              </a:buClr>
              <a:buSzPts val="900"/>
              <a:buFont typeface="Nunito Sans"/>
              <a:buChar char="○"/>
              <a:defRPr sz="900"/>
            </a:lvl5pPr>
            <a:lvl6pPr marL="2743200" lvl="5" indent="-285750">
              <a:spcBef>
                <a:spcPts val="800"/>
              </a:spcBef>
              <a:spcAft>
                <a:spcPts val="0"/>
              </a:spcAft>
              <a:buClr>
                <a:schemeClr val="dk1"/>
              </a:buClr>
              <a:buSzPts val="900"/>
              <a:buFont typeface="Nunito Sans"/>
              <a:buChar char="■"/>
              <a:defRPr sz="900"/>
            </a:lvl6pPr>
            <a:lvl7pPr marL="3200400" lvl="6" indent="-285750">
              <a:spcBef>
                <a:spcPts val="800"/>
              </a:spcBef>
              <a:spcAft>
                <a:spcPts val="0"/>
              </a:spcAft>
              <a:buClr>
                <a:schemeClr val="dk1"/>
              </a:buClr>
              <a:buSzPts val="900"/>
              <a:buFont typeface="Nunito Sans"/>
              <a:buChar char="●"/>
              <a:defRPr sz="900"/>
            </a:lvl7pPr>
            <a:lvl8pPr marL="3657600" lvl="7" indent="-285750">
              <a:spcBef>
                <a:spcPts val="800"/>
              </a:spcBef>
              <a:spcAft>
                <a:spcPts val="0"/>
              </a:spcAft>
              <a:buClr>
                <a:schemeClr val="dk1"/>
              </a:buClr>
              <a:buSzPts val="900"/>
              <a:buFont typeface="Nunito Sans"/>
              <a:buChar char="○"/>
              <a:defRPr sz="900"/>
            </a:lvl8pPr>
            <a:lvl9pPr marL="4114800" lvl="8" indent="-285750">
              <a:spcBef>
                <a:spcPts val="800"/>
              </a:spcBef>
              <a:spcAft>
                <a:spcPts val="800"/>
              </a:spcAft>
              <a:buClr>
                <a:schemeClr val="dk1"/>
              </a:buClr>
              <a:buSzPts val="900"/>
              <a:buFont typeface="Nunito Sans"/>
              <a:buChar char="■"/>
              <a:defRPr sz="900"/>
            </a:lvl9pPr>
          </a:lstStyle>
          <a:p>
            <a:endParaRPr/>
          </a:p>
        </p:txBody>
      </p:sp>
      <p:sp>
        <p:nvSpPr>
          <p:cNvPr id="272" name="Google Shape;272;p21"/>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273" name="Google Shape;273;p21"/>
          <p:cNvSpPr txBox="1">
            <a:spLocks noGrp="1"/>
          </p:cNvSpPr>
          <p:nvPr>
            <p:ph type="body" idx="6"/>
          </p:nvPr>
        </p:nvSpPr>
        <p:spPr>
          <a:xfrm>
            <a:off x="2423700" y="2266758"/>
            <a:ext cx="2039100" cy="722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800"/>
              </a:spcBef>
              <a:spcAft>
                <a:spcPts val="0"/>
              </a:spcAft>
              <a:buClr>
                <a:schemeClr val="dk1"/>
              </a:buClr>
              <a:buSzPts val="900"/>
              <a:buFont typeface="Nunito Sans"/>
              <a:buChar char="○"/>
              <a:defRPr sz="900"/>
            </a:lvl2pPr>
            <a:lvl3pPr marL="1371600" lvl="2" indent="-285750">
              <a:spcBef>
                <a:spcPts val="800"/>
              </a:spcBef>
              <a:spcAft>
                <a:spcPts val="0"/>
              </a:spcAft>
              <a:buClr>
                <a:schemeClr val="dk1"/>
              </a:buClr>
              <a:buSzPts val="900"/>
              <a:buFont typeface="Nunito Sans"/>
              <a:buChar char="■"/>
              <a:defRPr sz="900"/>
            </a:lvl3pPr>
            <a:lvl4pPr marL="1828800" lvl="3" indent="-285750">
              <a:spcBef>
                <a:spcPts val="800"/>
              </a:spcBef>
              <a:spcAft>
                <a:spcPts val="0"/>
              </a:spcAft>
              <a:buClr>
                <a:schemeClr val="dk1"/>
              </a:buClr>
              <a:buSzPts val="900"/>
              <a:buFont typeface="Nunito Sans"/>
              <a:buChar char="●"/>
              <a:defRPr sz="900"/>
            </a:lvl4pPr>
            <a:lvl5pPr marL="2286000" lvl="4" indent="-285750">
              <a:spcBef>
                <a:spcPts val="800"/>
              </a:spcBef>
              <a:spcAft>
                <a:spcPts val="0"/>
              </a:spcAft>
              <a:buClr>
                <a:schemeClr val="dk1"/>
              </a:buClr>
              <a:buSzPts val="900"/>
              <a:buFont typeface="Nunito Sans"/>
              <a:buChar char="○"/>
              <a:defRPr sz="900"/>
            </a:lvl5pPr>
            <a:lvl6pPr marL="2743200" lvl="5" indent="-285750">
              <a:spcBef>
                <a:spcPts val="800"/>
              </a:spcBef>
              <a:spcAft>
                <a:spcPts val="0"/>
              </a:spcAft>
              <a:buClr>
                <a:schemeClr val="dk1"/>
              </a:buClr>
              <a:buSzPts val="900"/>
              <a:buFont typeface="Nunito Sans"/>
              <a:buChar char="■"/>
              <a:defRPr sz="900"/>
            </a:lvl6pPr>
            <a:lvl7pPr marL="3200400" lvl="6" indent="-285750">
              <a:spcBef>
                <a:spcPts val="800"/>
              </a:spcBef>
              <a:spcAft>
                <a:spcPts val="0"/>
              </a:spcAft>
              <a:buClr>
                <a:schemeClr val="dk1"/>
              </a:buClr>
              <a:buSzPts val="900"/>
              <a:buFont typeface="Nunito Sans"/>
              <a:buChar char="●"/>
              <a:defRPr sz="900"/>
            </a:lvl7pPr>
            <a:lvl8pPr marL="3657600" lvl="7" indent="-285750">
              <a:spcBef>
                <a:spcPts val="800"/>
              </a:spcBef>
              <a:spcAft>
                <a:spcPts val="0"/>
              </a:spcAft>
              <a:buClr>
                <a:schemeClr val="dk1"/>
              </a:buClr>
              <a:buSzPts val="900"/>
              <a:buFont typeface="Nunito Sans"/>
              <a:buChar char="○"/>
              <a:defRPr sz="900"/>
            </a:lvl8pPr>
            <a:lvl9pPr marL="4114800" lvl="8" indent="-285750">
              <a:spcBef>
                <a:spcPts val="800"/>
              </a:spcBef>
              <a:spcAft>
                <a:spcPts val="800"/>
              </a:spcAft>
              <a:buClr>
                <a:schemeClr val="dk1"/>
              </a:buClr>
              <a:buSzPts val="900"/>
              <a:buFont typeface="Nunito Sans"/>
              <a:buChar char="■"/>
              <a:defRPr sz="900"/>
            </a:lvl9pPr>
          </a:lstStyle>
          <a:p>
            <a:endParaRPr/>
          </a:p>
        </p:txBody>
      </p:sp>
      <p:sp>
        <p:nvSpPr>
          <p:cNvPr id="274" name="Google Shape;274;p21"/>
          <p:cNvSpPr txBox="1">
            <a:spLocks noGrp="1"/>
          </p:cNvSpPr>
          <p:nvPr>
            <p:ph type="body" idx="7"/>
          </p:nvPr>
        </p:nvSpPr>
        <p:spPr>
          <a:xfrm>
            <a:off x="4618800" y="2266758"/>
            <a:ext cx="2039100" cy="722100"/>
          </a:xfrm>
          <a:prstGeom prst="rect">
            <a:avLst/>
          </a:prstGeom>
        </p:spPr>
        <p:txBody>
          <a:bodyPr spcFirstLastPara="1" wrap="square" lIns="91425" tIns="91425" rIns="91425" bIns="91425" anchor="t" anchorCtr="0">
            <a:noAutofit/>
          </a:bodyPr>
          <a:lstStyle>
            <a:lvl1pPr marL="457200" lvl="0" indent="-285750">
              <a:lnSpc>
                <a:spcPct val="100000"/>
              </a:lnSpc>
              <a:spcBef>
                <a:spcPts val="0"/>
              </a:spcBef>
              <a:spcAft>
                <a:spcPts val="0"/>
              </a:spcAft>
              <a:buClr>
                <a:schemeClr val="dk1"/>
              </a:buClr>
              <a:buSzPts val="900"/>
              <a:buFont typeface="Nunito Sans"/>
              <a:buChar char="●"/>
              <a:defRPr sz="900"/>
            </a:lvl1pPr>
            <a:lvl2pPr marL="914400" lvl="1" indent="-285750">
              <a:lnSpc>
                <a:spcPct val="100000"/>
              </a:lnSpc>
              <a:spcBef>
                <a:spcPts val="800"/>
              </a:spcBef>
              <a:spcAft>
                <a:spcPts val="0"/>
              </a:spcAft>
              <a:buClr>
                <a:schemeClr val="dk1"/>
              </a:buClr>
              <a:buSzPts val="900"/>
              <a:buFont typeface="Nunito Sans"/>
              <a:buChar char="○"/>
              <a:defRPr sz="900"/>
            </a:lvl2pPr>
            <a:lvl3pPr marL="1371600" lvl="2" indent="-285750">
              <a:lnSpc>
                <a:spcPct val="100000"/>
              </a:lnSpc>
              <a:spcBef>
                <a:spcPts val="800"/>
              </a:spcBef>
              <a:spcAft>
                <a:spcPts val="0"/>
              </a:spcAft>
              <a:buClr>
                <a:schemeClr val="dk1"/>
              </a:buClr>
              <a:buSzPts val="900"/>
              <a:buFont typeface="Nunito Sans"/>
              <a:buChar char="■"/>
              <a:defRPr sz="900"/>
            </a:lvl3pPr>
            <a:lvl4pPr marL="1828800" lvl="3" indent="-285750">
              <a:lnSpc>
                <a:spcPct val="100000"/>
              </a:lnSpc>
              <a:spcBef>
                <a:spcPts val="800"/>
              </a:spcBef>
              <a:spcAft>
                <a:spcPts val="0"/>
              </a:spcAft>
              <a:buClr>
                <a:schemeClr val="dk1"/>
              </a:buClr>
              <a:buSzPts val="900"/>
              <a:buFont typeface="Nunito Sans"/>
              <a:buChar char="●"/>
              <a:defRPr sz="900"/>
            </a:lvl4pPr>
            <a:lvl5pPr marL="2286000" lvl="4" indent="-285750">
              <a:lnSpc>
                <a:spcPct val="100000"/>
              </a:lnSpc>
              <a:spcBef>
                <a:spcPts val="800"/>
              </a:spcBef>
              <a:spcAft>
                <a:spcPts val="0"/>
              </a:spcAft>
              <a:buClr>
                <a:schemeClr val="dk1"/>
              </a:buClr>
              <a:buSzPts val="900"/>
              <a:buFont typeface="Nunito Sans"/>
              <a:buChar char="○"/>
              <a:defRPr sz="900"/>
            </a:lvl5pPr>
            <a:lvl6pPr marL="2743200" lvl="5" indent="-285750">
              <a:lnSpc>
                <a:spcPct val="100000"/>
              </a:lnSpc>
              <a:spcBef>
                <a:spcPts val="800"/>
              </a:spcBef>
              <a:spcAft>
                <a:spcPts val="0"/>
              </a:spcAft>
              <a:buClr>
                <a:schemeClr val="dk1"/>
              </a:buClr>
              <a:buSzPts val="900"/>
              <a:buFont typeface="Nunito Sans"/>
              <a:buChar char="■"/>
              <a:defRPr sz="900"/>
            </a:lvl6pPr>
            <a:lvl7pPr marL="3200400" lvl="6" indent="-285750">
              <a:lnSpc>
                <a:spcPct val="100000"/>
              </a:lnSpc>
              <a:spcBef>
                <a:spcPts val="800"/>
              </a:spcBef>
              <a:spcAft>
                <a:spcPts val="0"/>
              </a:spcAft>
              <a:buClr>
                <a:schemeClr val="dk1"/>
              </a:buClr>
              <a:buSzPts val="900"/>
              <a:buFont typeface="Nunito Sans"/>
              <a:buChar char="●"/>
              <a:defRPr sz="900"/>
            </a:lvl7pPr>
            <a:lvl8pPr marL="3657600" lvl="7" indent="-285750">
              <a:lnSpc>
                <a:spcPct val="100000"/>
              </a:lnSpc>
              <a:spcBef>
                <a:spcPts val="800"/>
              </a:spcBef>
              <a:spcAft>
                <a:spcPts val="0"/>
              </a:spcAft>
              <a:buClr>
                <a:schemeClr val="dk1"/>
              </a:buClr>
              <a:buSzPts val="900"/>
              <a:buFont typeface="Nunito Sans"/>
              <a:buChar char="○"/>
              <a:defRPr sz="900"/>
            </a:lvl8pPr>
            <a:lvl9pPr marL="4114800" lvl="8" indent="-285750">
              <a:lnSpc>
                <a:spcPct val="100000"/>
              </a:lnSpc>
              <a:spcBef>
                <a:spcPts val="800"/>
              </a:spcBef>
              <a:spcAft>
                <a:spcPts val="800"/>
              </a:spcAft>
              <a:buClr>
                <a:schemeClr val="dk1"/>
              </a:buClr>
              <a:buSzPts val="900"/>
              <a:buFont typeface="Nunito Sans"/>
              <a:buChar char="■"/>
              <a:defRPr sz="900"/>
            </a:lvl9pPr>
          </a:lstStyle>
          <a:p>
            <a:endParaRPr/>
          </a:p>
        </p:txBody>
      </p:sp>
      <p:sp>
        <p:nvSpPr>
          <p:cNvPr id="275" name="Google Shape;275;p21"/>
          <p:cNvSpPr txBox="1">
            <a:spLocks noGrp="1"/>
          </p:cNvSpPr>
          <p:nvPr>
            <p:ph type="body" idx="8"/>
          </p:nvPr>
        </p:nvSpPr>
        <p:spPr>
          <a:xfrm>
            <a:off x="6813900" y="2266758"/>
            <a:ext cx="2039100" cy="722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800"/>
              </a:spcBef>
              <a:spcAft>
                <a:spcPts val="0"/>
              </a:spcAft>
              <a:buClr>
                <a:schemeClr val="dk1"/>
              </a:buClr>
              <a:buSzPts val="900"/>
              <a:buFont typeface="Nunito Sans"/>
              <a:buChar char="○"/>
              <a:defRPr sz="900"/>
            </a:lvl2pPr>
            <a:lvl3pPr marL="1371600" lvl="2" indent="-285750">
              <a:spcBef>
                <a:spcPts val="800"/>
              </a:spcBef>
              <a:spcAft>
                <a:spcPts val="0"/>
              </a:spcAft>
              <a:buClr>
                <a:schemeClr val="dk1"/>
              </a:buClr>
              <a:buSzPts val="900"/>
              <a:buFont typeface="Nunito Sans"/>
              <a:buChar char="■"/>
              <a:defRPr sz="900"/>
            </a:lvl3pPr>
            <a:lvl4pPr marL="1828800" lvl="3" indent="-285750">
              <a:spcBef>
                <a:spcPts val="800"/>
              </a:spcBef>
              <a:spcAft>
                <a:spcPts val="0"/>
              </a:spcAft>
              <a:buClr>
                <a:schemeClr val="dk1"/>
              </a:buClr>
              <a:buSzPts val="900"/>
              <a:buFont typeface="Nunito Sans"/>
              <a:buChar char="●"/>
              <a:defRPr sz="900"/>
            </a:lvl4pPr>
            <a:lvl5pPr marL="2286000" lvl="4" indent="-285750">
              <a:spcBef>
                <a:spcPts val="800"/>
              </a:spcBef>
              <a:spcAft>
                <a:spcPts val="0"/>
              </a:spcAft>
              <a:buClr>
                <a:schemeClr val="dk1"/>
              </a:buClr>
              <a:buSzPts val="900"/>
              <a:buFont typeface="Nunito Sans"/>
              <a:buChar char="○"/>
              <a:defRPr sz="900"/>
            </a:lvl5pPr>
            <a:lvl6pPr marL="2743200" lvl="5" indent="-285750">
              <a:spcBef>
                <a:spcPts val="800"/>
              </a:spcBef>
              <a:spcAft>
                <a:spcPts val="0"/>
              </a:spcAft>
              <a:buClr>
                <a:schemeClr val="dk1"/>
              </a:buClr>
              <a:buSzPts val="900"/>
              <a:buFont typeface="Nunito Sans"/>
              <a:buChar char="■"/>
              <a:defRPr sz="900"/>
            </a:lvl6pPr>
            <a:lvl7pPr marL="3200400" lvl="6" indent="-285750">
              <a:spcBef>
                <a:spcPts val="800"/>
              </a:spcBef>
              <a:spcAft>
                <a:spcPts val="0"/>
              </a:spcAft>
              <a:buClr>
                <a:schemeClr val="dk1"/>
              </a:buClr>
              <a:buSzPts val="900"/>
              <a:buFont typeface="Nunito Sans"/>
              <a:buChar char="●"/>
              <a:defRPr sz="900"/>
            </a:lvl7pPr>
            <a:lvl8pPr marL="3657600" lvl="7" indent="-285750">
              <a:spcBef>
                <a:spcPts val="800"/>
              </a:spcBef>
              <a:spcAft>
                <a:spcPts val="0"/>
              </a:spcAft>
              <a:buClr>
                <a:schemeClr val="dk1"/>
              </a:buClr>
              <a:buSzPts val="900"/>
              <a:buFont typeface="Nunito Sans"/>
              <a:buChar char="○"/>
              <a:defRPr sz="900"/>
            </a:lvl8pPr>
            <a:lvl9pPr marL="4114800" lvl="8" indent="-285750">
              <a:spcBef>
                <a:spcPts val="800"/>
              </a:spcBef>
              <a:spcAft>
                <a:spcPts val="800"/>
              </a:spcAft>
              <a:buClr>
                <a:schemeClr val="dk1"/>
              </a:buClr>
              <a:buSzPts val="900"/>
              <a:buFont typeface="Nunito Sans"/>
              <a:buChar char="■"/>
              <a:defRPr sz="900"/>
            </a:lvl9pPr>
          </a:lstStyle>
          <a:p>
            <a:endParaRPr/>
          </a:p>
        </p:txBody>
      </p:sp>
      <p:sp>
        <p:nvSpPr>
          <p:cNvPr id="276" name="Google Shape;276;p21"/>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7" name="Google Shape;277;p21"/>
          <p:cNvSpPr txBox="1">
            <a:spLocks noGrp="1"/>
          </p:cNvSpPr>
          <p:nvPr>
            <p:ph type="subTitle" idx="9"/>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1_1_1_3">
    <p:spTree>
      <p:nvGrpSpPr>
        <p:cNvPr id="1" name="Shape 278"/>
        <p:cNvGrpSpPr/>
        <p:nvPr/>
      </p:nvGrpSpPr>
      <p:grpSpPr>
        <a:xfrm>
          <a:off x="0" y="0"/>
          <a:ext cx="0" cy="0"/>
          <a:chOff x="0" y="0"/>
          <a:chExt cx="0" cy="0"/>
        </a:xfrm>
      </p:grpSpPr>
      <p:pic>
        <p:nvPicPr>
          <p:cNvPr id="279" name="Google Shape;279;p22"/>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280" name="Google Shape;280;p22"/>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281" name="Google Shape;281;p22"/>
          <p:cNvSpPr txBox="1">
            <a:spLocks noGrp="1"/>
          </p:cNvSpPr>
          <p:nvPr>
            <p:ph type="title" idx="2"/>
          </p:nvPr>
        </p:nvSpPr>
        <p:spPr>
          <a:xfrm>
            <a:off x="2040700" y="2971669"/>
            <a:ext cx="2758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2" name="Google Shape;282;p22"/>
          <p:cNvSpPr txBox="1">
            <a:spLocks noGrp="1"/>
          </p:cNvSpPr>
          <p:nvPr>
            <p:ph type="title" idx="3"/>
          </p:nvPr>
        </p:nvSpPr>
        <p:spPr>
          <a:xfrm>
            <a:off x="4905100" y="3259050"/>
            <a:ext cx="1622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3" name="Google Shape;283;p22"/>
          <p:cNvSpPr txBox="1">
            <a:spLocks noGrp="1"/>
          </p:cNvSpPr>
          <p:nvPr>
            <p:ph type="title" idx="4"/>
          </p:nvPr>
        </p:nvSpPr>
        <p:spPr>
          <a:xfrm>
            <a:off x="6589325" y="3591225"/>
            <a:ext cx="1622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4" name="Google Shape;284;p22"/>
          <p:cNvSpPr txBox="1">
            <a:spLocks noGrp="1"/>
          </p:cNvSpPr>
          <p:nvPr>
            <p:ph type="title" idx="5"/>
          </p:nvPr>
        </p:nvSpPr>
        <p:spPr>
          <a:xfrm>
            <a:off x="228600" y="2642422"/>
            <a:ext cx="1622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5" name="Google Shape;285;p22"/>
          <p:cNvSpPr txBox="1">
            <a:spLocks noGrp="1"/>
          </p:cNvSpPr>
          <p:nvPr>
            <p:ph type="title" idx="6"/>
          </p:nvPr>
        </p:nvSpPr>
        <p:spPr>
          <a:xfrm>
            <a:off x="22860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6" name="Google Shape;286;p22"/>
          <p:cNvSpPr txBox="1">
            <a:spLocks noGrp="1"/>
          </p:cNvSpPr>
          <p:nvPr>
            <p:ph type="title" idx="7"/>
          </p:nvPr>
        </p:nvSpPr>
        <p:spPr>
          <a:xfrm>
            <a:off x="1533025"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7" name="Google Shape;287;p22"/>
          <p:cNvSpPr txBox="1">
            <a:spLocks noGrp="1"/>
          </p:cNvSpPr>
          <p:nvPr>
            <p:ph type="title" idx="8"/>
          </p:nvPr>
        </p:nvSpPr>
        <p:spPr>
          <a:xfrm>
            <a:off x="283745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8" name="Google Shape;288;p22"/>
          <p:cNvSpPr txBox="1">
            <a:spLocks noGrp="1"/>
          </p:cNvSpPr>
          <p:nvPr>
            <p:ph type="title" idx="9"/>
          </p:nvPr>
        </p:nvSpPr>
        <p:spPr>
          <a:xfrm>
            <a:off x="4141875"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9" name="Google Shape;289;p22"/>
          <p:cNvSpPr txBox="1">
            <a:spLocks noGrp="1"/>
          </p:cNvSpPr>
          <p:nvPr>
            <p:ph type="title" idx="13"/>
          </p:nvPr>
        </p:nvSpPr>
        <p:spPr>
          <a:xfrm>
            <a:off x="544630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90" name="Google Shape;290;p22"/>
          <p:cNvSpPr txBox="1">
            <a:spLocks noGrp="1"/>
          </p:cNvSpPr>
          <p:nvPr>
            <p:ph type="title" idx="14"/>
          </p:nvPr>
        </p:nvSpPr>
        <p:spPr>
          <a:xfrm>
            <a:off x="6750725"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91" name="Google Shape;291;p22"/>
          <p:cNvSpPr txBox="1">
            <a:spLocks noGrp="1"/>
          </p:cNvSpPr>
          <p:nvPr>
            <p:ph type="title" idx="15"/>
          </p:nvPr>
        </p:nvSpPr>
        <p:spPr>
          <a:xfrm>
            <a:off x="805515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92" name="Google Shape;292;p22"/>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3" name="Google Shape;293;p22"/>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Five big ideas">
  <p:cSld name="BLANK_1_1_1_1_1_1_1_1_1_1_1_1_1_1_1_2">
    <p:bg>
      <p:bgPr>
        <a:solidFill>
          <a:schemeClr val="lt1"/>
        </a:solidFill>
        <a:effectLst/>
      </p:bgPr>
    </p:bg>
    <p:spTree>
      <p:nvGrpSpPr>
        <p:cNvPr id="1" name="Shape 294"/>
        <p:cNvGrpSpPr/>
        <p:nvPr/>
      </p:nvGrpSpPr>
      <p:grpSpPr>
        <a:xfrm>
          <a:off x="0" y="0"/>
          <a:ext cx="0" cy="0"/>
          <a:chOff x="0" y="0"/>
          <a:chExt cx="0" cy="0"/>
        </a:xfrm>
      </p:grpSpPr>
      <p:sp>
        <p:nvSpPr>
          <p:cNvPr id="295" name="Google Shape;295;p23"/>
          <p:cNvSpPr txBox="1">
            <a:spLocks noGrp="1"/>
          </p:cNvSpPr>
          <p:nvPr>
            <p:ph type="subTitle" idx="1"/>
          </p:nvPr>
        </p:nvSpPr>
        <p:spPr>
          <a:xfrm>
            <a:off x="228600"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96" name="Google Shape;296;p23"/>
          <p:cNvSpPr txBox="1">
            <a:spLocks noGrp="1"/>
          </p:cNvSpPr>
          <p:nvPr>
            <p:ph type="subTitle" idx="2"/>
          </p:nvPr>
        </p:nvSpPr>
        <p:spPr>
          <a:xfrm>
            <a:off x="1971375"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97" name="Google Shape;297;p23"/>
          <p:cNvSpPr txBox="1">
            <a:spLocks noGrp="1"/>
          </p:cNvSpPr>
          <p:nvPr>
            <p:ph type="subTitle" idx="3"/>
          </p:nvPr>
        </p:nvSpPr>
        <p:spPr>
          <a:xfrm>
            <a:off x="3714150"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98" name="Google Shape;298;p23"/>
          <p:cNvSpPr txBox="1">
            <a:spLocks noGrp="1"/>
          </p:cNvSpPr>
          <p:nvPr>
            <p:ph type="subTitle" idx="4"/>
          </p:nvPr>
        </p:nvSpPr>
        <p:spPr>
          <a:xfrm>
            <a:off x="5456925"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99" name="Google Shape;299;p23"/>
          <p:cNvSpPr txBox="1">
            <a:spLocks noGrp="1"/>
          </p:cNvSpPr>
          <p:nvPr>
            <p:ph type="subTitle" idx="5"/>
          </p:nvPr>
        </p:nvSpPr>
        <p:spPr>
          <a:xfrm>
            <a:off x="7199700"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pic>
        <p:nvPicPr>
          <p:cNvPr id="300" name="Google Shape;300;p23"/>
          <p:cNvPicPr preferRelativeResize="0"/>
          <p:nvPr/>
        </p:nvPicPr>
        <p:blipFill rotWithShape="1">
          <a:blip r:embed="rId2">
            <a:alphaModFix/>
          </a:blip>
          <a:srcRect t="70460" r="33897"/>
          <a:stretch/>
        </p:blipFill>
        <p:spPr>
          <a:xfrm>
            <a:off x="5624200" y="0"/>
            <a:ext cx="3519800" cy="1572900"/>
          </a:xfrm>
          <a:prstGeom prst="rect">
            <a:avLst/>
          </a:prstGeom>
          <a:noFill/>
          <a:ln>
            <a:noFill/>
          </a:ln>
        </p:spPr>
      </p:pic>
      <p:sp>
        <p:nvSpPr>
          <p:cNvPr id="301" name="Google Shape;301;p23"/>
          <p:cNvSpPr txBox="1">
            <a:spLocks noGrp="1"/>
          </p:cNvSpPr>
          <p:nvPr>
            <p:ph type="body" idx="6"/>
          </p:nvPr>
        </p:nvSpPr>
        <p:spPr>
          <a:xfrm>
            <a:off x="1971375"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302" name="Google Shape;302;p23"/>
          <p:cNvSpPr txBox="1">
            <a:spLocks noGrp="1"/>
          </p:cNvSpPr>
          <p:nvPr>
            <p:ph type="body" idx="7"/>
          </p:nvPr>
        </p:nvSpPr>
        <p:spPr>
          <a:xfrm>
            <a:off x="3714150" y="3030250"/>
            <a:ext cx="1715400" cy="1145100"/>
          </a:xfrm>
          <a:prstGeom prst="rect">
            <a:avLst/>
          </a:prstGeom>
        </p:spPr>
        <p:txBody>
          <a:bodyPr spcFirstLastPara="1" wrap="square" lIns="91425" tIns="182875" rIns="18287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0"/>
              </a:spcBef>
              <a:spcAft>
                <a:spcPts val="0"/>
              </a:spcAft>
              <a:buClr>
                <a:schemeClr val="dk1"/>
              </a:buClr>
              <a:buSzPts val="900"/>
              <a:buFont typeface="Nunito Sans"/>
              <a:buChar char="○"/>
              <a:defRPr sz="900"/>
            </a:lvl2pPr>
            <a:lvl3pPr marL="1371600" lvl="2" indent="-285750">
              <a:spcBef>
                <a:spcPts val="0"/>
              </a:spcBef>
              <a:spcAft>
                <a:spcPts val="0"/>
              </a:spcAft>
              <a:buClr>
                <a:schemeClr val="dk1"/>
              </a:buClr>
              <a:buSzPts val="900"/>
              <a:buFont typeface="Nunito Sans"/>
              <a:buChar char="■"/>
              <a:defRPr sz="900"/>
            </a:lvl3pPr>
            <a:lvl4pPr marL="1828800" lvl="3" indent="-285750">
              <a:spcBef>
                <a:spcPts val="0"/>
              </a:spcBef>
              <a:spcAft>
                <a:spcPts val="0"/>
              </a:spcAft>
              <a:buClr>
                <a:schemeClr val="dk1"/>
              </a:buClr>
              <a:buSzPts val="900"/>
              <a:buFont typeface="Nunito Sans"/>
              <a:buChar char="●"/>
              <a:defRPr sz="900"/>
            </a:lvl4pPr>
            <a:lvl5pPr marL="2286000" lvl="4" indent="-285750">
              <a:spcBef>
                <a:spcPts val="0"/>
              </a:spcBef>
              <a:spcAft>
                <a:spcPts val="0"/>
              </a:spcAft>
              <a:buClr>
                <a:schemeClr val="dk1"/>
              </a:buClr>
              <a:buSzPts val="900"/>
              <a:buFont typeface="Nunito Sans"/>
              <a:buChar char="○"/>
              <a:defRPr sz="900"/>
            </a:lvl5pPr>
            <a:lvl6pPr marL="2743200" lvl="5" indent="-285750">
              <a:spcBef>
                <a:spcPts val="0"/>
              </a:spcBef>
              <a:spcAft>
                <a:spcPts val="0"/>
              </a:spcAft>
              <a:buClr>
                <a:schemeClr val="dk1"/>
              </a:buClr>
              <a:buSzPts val="900"/>
              <a:buFont typeface="Nunito Sans"/>
              <a:buChar char="■"/>
              <a:defRPr sz="900"/>
            </a:lvl6pPr>
            <a:lvl7pPr marL="3200400" lvl="6" indent="-285750">
              <a:spcBef>
                <a:spcPts val="0"/>
              </a:spcBef>
              <a:spcAft>
                <a:spcPts val="0"/>
              </a:spcAft>
              <a:buClr>
                <a:schemeClr val="dk1"/>
              </a:buClr>
              <a:buSzPts val="900"/>
              <a:buFont typeface="Nunito Sans"/>
              <a:buChar char="●"/>
              <a:defRPr sz="900"/>
            </a:lvl7pPr>
            <a:lvl8pPr marL="3657600" lvl="7" indent="-285750">
              <a:spcBef>
                <a:spcPts val="0"/>
              </a:spcBef>
              <a:spcAft>
                <a:spcPts val="0"/>
              </a:spcAft>
              <a:buClr>
                <a:schemeClr val="dk1"/>
              </a:buClr>
              <a:buSzPts val="900"/>
              <a:buFont typeface="Nunito Sans"/>
              <a:buChar char="○"/>
              <a:defRPr sz="900"/>
            </a:lvl8pPr>
            <a:lvl9pPr marL="4114800" lvl="8" indent="-285750">
              <a:spcBef>
                <a:spcPts val="0"/>
              </a:spcBef>
              <a:spcAft>
                <a:spcPts val="0"/>
              </a:spcAft>
              <a:buClr>
                <a:schemeClr val="dk1"/>
              </a:buClr>
              <a:buSzPts val="900"/>
              <a:buFont typeface="Nunito Sans"/>
              <a:buChar char="■"/>
              <a:defRPr sz="900"/>
            </a:lvl9pPr>
          </a:lstStyle>
          <a:p>
            <a:endParaRPr/>
          </a:p>
        </p:txBody>
      </p:sp>
      <p:sp>
        <p:nvSpPr>
          <p:cNvPr id="303" name="Google Shape;303;p23"/>
          <p:cNvSpPr txBox="1">
            <a:spLocks noGrp="1"/>
          </p:cNvSpPr>
          <p:nvPr>
            <p:ph type="body" idx="8"/>
          </p:nvPr>
        </p:nvSpPr>
        <p:spPr>
          <a:xfrm>
            <a:off x="5456925"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304" name="Google Shape;304;p23"/>
          <p:cNvSpPr txBox="1">
            <a:spLocks noGrp="1"/>
          </p:cNvSpPr>
          <p:nvPr>
            <p:ph type="body" idx="9"/>
          </p:nvPr>
        </p:nvSpPr>
        <p:spPr>
          <a:xfrm>
            <a:off x="228450"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305" name="Google Shape;305;p23"/>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306" name="Google Shape;306;p23"/>
          <p:cNvSpPr txBox="1">
            <a:spLocks noGrp="1"/>
          </p:cNvSpPr>
          <p:nvPr>
            <p:ph type="body" idx="13"/>
          </p:nvPr>
        </p:nvSpPr>
        <p:spPr>
          <a:xfrm>
            <a:off x="7199700"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307" name="Google Shape;307;p23"/>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08" name="Google Shape;308;p23"/>
          <p:cNvSpPr txBox="1">
            <a:spLocks noGrp="1"/>
          </p:cNvSpPr>
          <p:nvPr>
            <p:ph type="subTitle" idx="14"/>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ext steps">
  <p:cSld name="BLANK_1_1_1_1_1_1_1_1_1_1_1_1_1_1_1_1_1_1_1_1_1_1">
    <p:spTree>
      <p:nvGrpSpPr>
        <p:cNvPr id="1" name="Shape 309"/>
        <p:cNvGrpSpPr/>
        <p:nvPr/>
      </p:nvGrpSpPr>
      <p:grpSpPr>
        <a:xfrm>
          <a:off x="0" y="0"/>
          <a:ext cx="0" cy="0"/>
          <a:chOff x="0" y="0"/>
          <a:chExt cx="0" cy="0"/>
        </a:xfrm>
      </p:grpSpPr>
      <p:sp>
        <p:nvSpPr>
          <p:cNvPr id="310" name="Google Shape;310;p24"/>
          <p:cNvSpPr/>
          <p:nvPr/>
        </p:nvSpPr>
        <p:spPr>
          <a:xfrm rot="5400000">
            <a:off x="-3989996" y="1161600"/>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pic>
        <p:nvPicPr>
          <p:cNvPr id="311" name="Google Shape;311;p24"/>
          <p:cNvPicPr preferRelativeResize="0"/>
          <p:nvPr/>
        </p:nvPicPr>
        <p:blipFill rotWithShape="1">
          <a:blip r:embed="rId2">
            <a:alphaModFix/>
          </a:blip>
          <a:srcRect l="7339" b="46245"/>
          <a:stretch/>
        </p:blipFill>
        <p:spPr>
          <a:xfrm>
            <a:off x="218592" y="3453125"/>
            <a:ext cx="2926200" cy="1697526"/>
          </a:xfrm>
          <a:prstGeom prst="rect">
            <a:avLst/>
          </a:prstGeom>
          <a:noFill/>
          <a:ln>
            <a:noFill/>
          </a:ln>
        </p:spPr>
      </p:pic>
      <p:sp>
        <p:nvSpPr>
          <p:cNvPr id="312" name="Google Shape;312;p24"/>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13" name="Google Shape;313;p24"/>
          <p:cNvSpPr txBox="1">
            <a:spLocks noGrp="1"/>
          </p:cNvSpPr>
          <p:nvPr>
            <p:ph type="title"/>
          </p:nvPr>
        </p:nvSpPr>
        <p:spPr>
          <a:xfrm>
            <a:off x="228600" y="228589"/>
            <a:ext cx="2926200" cy="5877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a:endParaRPr/>
          </a:p>
        </p:txBody>
      </p:sp>
      <p:sp>
        <p:nvSpPr>
          <p:cNvPr id="314" name="Google Shape;314;p24"/>
          <p:cNvSpPr/>
          <p:nvPr/>
        </p:nvSpPr>
        <p:spPr>
          <a:xfrm>
            <a:off x="-4" y="1992734"/>
            <a:ext cx="3736169" cy="3157919"/>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315" name="Google Shape;315;p24"/>
          <p:cNvSpPr txBox="1">
            <a:spLocks noGrp="1"/>
          </p:cNvSpPr>
          <p:nvPr>
            <p:ph type="body" idx="1"/>
          </p:nvPr>
        </p:nvSpPr>
        <p:spPr>
          <a:xfrm>
            <a:off x="4819600" y="3701256"/>
            <a:ext cx="4095900" cy="5877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dk1"/>
              </a:buClr>
              <a:buSzPts val="1100"/>
              <a:buFont typeface="Nunito Sans"/>
              <a:buChar char="●"/>
              <a:defRPr sz="1100"/>
            </a:lvl1pPr>
            <a:lvl2pPr marL="914400" lvl="1" indent="-298450">
              <a:spcBef>
                <a:spcPts val="0"/>
              </a:spcBef>
              <a:spcAft>
                <a:spcPts val="0"/>
              </a:spcAft>
              <a:buClr>
                <a:schemeClr val="dk1"/>
              </a:buClr>
              <a:buSzPts val="1100"/>
              <a:buFont typeface="Nunito Sans"/>
              <a:buChar char="○"/>
              <a:defRPr sz="1100"/>
            </a:lvl2pPr>
            <a:lvl3pPr marL="1371600" lvl="2" indent="-298450">
              <a:spcBef>
                <a:spcPts val="0"/>
              </a:spcBef>
              <a:spcAft>
                <a:spcPts val="0"/>
              </a:spcAft>
              <a:buClr>
                <a:schemeClr val="dk1"/>
              </a:buClr>
              <a:buSzPts val="1100"/>
              <a:buFont typeface="Nunito Sans"/>
              <a:buChar char="■"/>
              <a:defRPr sz="1100"/>
            </a:lvl3pPr>
            <a:lvl4pPr marL="1828800" lvl="3" indent="-298450">
              <a:spcBef>
                <a:spcPts val="0"/>
              </a:spcBef>
              <a:spcAft>
                <a:spcPts val="0"/>
              </a:spcAft>
              <a:buClr>
                <a:schemeClr val="dk1"/>
              </a:buClr>
              <a:buSzPts val="1100"/>
              <a:buFont typeface="Nunito Sans"/>
              <a:buChar char="●"/>
              <a:defRPr sz="1100"/>
            </a:lvl4pPr>
            <a:lvl5pPr marL="2286000" lvl="4" indent="-298450">
              <a:spcBef>
                <a:spcPts val="0"/>
              </a:spcBef>
              <a:spcAft>
                <a:spcPts val="0"/>
              </a:spcAft>
              <a:buClr>
                <a:schemeClr val="dk1"/>
              </a:buClr>
              <a:buSzPts val="1100"/>
              <a:buFont typeface="Nunito Sans"/>
              <a:buChar char="○"/>
              <a:defRPr sz="1100"/>
            </a:lvl5pPr>
            <a:lvl6pPr marL="2743200" lvl="5" indent="-298450">
              <a:spcBef>
                <a:spcPts val="0"/>
              </a:spcBef>
              <a:spcAft>
                <a:spcPts val="0"/>
              </a:spcAft>
              <a:buClr>
                <a:schemeClr val="dk1"/>
              </a:buClr>
              <a:buSzPts val="1100"/>
              <a:buFont typeface="Nunito Sans"/>
              <a:buChar char="■"/>
              <a:defRPr sz="1100"/>
            </a:lvl6pPr>
            <a:lvl7pPr marL="3200400" lvl="6" indent="-298450">
              <a:spcBef>
                <a:spcPts val="0"/>
              </a:spcBef>
              <a:spcAft>
                <a:spcPts val="0"/>
              </a:spcAft>
              <a:buClr>
                <a:schemeClr val="dk1"/>
              </a:buClr>
              <a:buSzPts val="1100"/>
              <a:buFont typeface="Nunito Sans"/>
              <a:buChar char="●"/>
              <a:defRPr sz="1100"/>
            </a:lvl7pPr>
            <a:lvl8pPr marL="3657600" lvl="7" indent="-298450">
              <a:spcBef>
                <a:spcPts val="0"/>
              </a:spcBef>
              <a:spcAft>
                <a:spcPts val="0"/>
              </a:spcAft>
              <a:buClr>
                <a:schemeClr val="dk1"/>
              </a:buClr>
              <a:buSzPts val="1100"/>
              <a:buFont typeface="Nunito Sans"/>
              <a:buChar char="○"/>
              <a:defRPr sz="1100"/>
            </a:lvl8pPr>
            <a:lvl9pPr marL="4114800" lvl="8" indent="-298450">
              <a:spcBef>
                <a:spcPts val="0"/>
              </a:spcBef>
              <a:spcAft>
                <a:spcPts val="0"/>
              </a:spcAft>
              <a:buClr>
                <a:schemeClr val="dk1"/>
              </a:buClr>
              <a:buSzPts val="1100"/>
              <a:buFont typeface="Nunito Sans"/>
              <a:buChar char="■"/>
              <a:defRPr sz="1100"/>
            </a:lvl9pPr>
          </a:lstStyle>
          <a:p>
            <a:endParaRPr/>
          </a:p>
        </p:txBody>
      </p:sp>
      <p:sp>
        <p:nvSpPr>
          <p:cNvPr id="316" name="Google Shape;316;p24"/>
          <p:cNvSpPr txBox="1">
            <a:spLocks noGrp="1"/>
          </p:cNvSpPr>
          <p:nvPr>
            <p:ph type="body" idx="2"/>
          </p:nvPr>
        </p:nvSpPr>
        <p:spPr>
          <a:xfrm>
            <a:off x="4819600" y="2342406"/>
            <a:ext cx="4095900" cy="587700"/>
          </a:xfrm>
          <a:prstGeom prst="rect">
            <a:avLst/>
          </a:prstGeom>
        </p:spPr>
        <p:txBody>
          <a:bodyPr spcFirstLastPara="1" wrap="square" lIns="91425" tIns="91425" rIns="91425" bIns="91425" anchor="t" anchorCtr="0">
            <a:noAutofit/>
          </a:bodyPr>
          <a:lstStyle>
            <a:lvl1pPr marL="457200" lvl="0" indent="-298450">
              <a:lnSpc>
                <a:spcPct val="115000"/>
              </a:lnSpc>
              <a:spcBef>
                <a:spcPts val="0"/>
              </a:spcBef>
              <a:spcAft>
                <a:spcPts val="0"/>
              </a:spcAft>
              <a:buClr>
                <a:schemeClr val="dk1"/>
              </a:buClr>
              <a:buSzPts val="1100"/>
              <a:buFont typeface="Nunito Sans"/>
              <a:buChar char="●"/>
              <a:defRPr sz="1100"/>
            </a:lvl1pPr>
            <a:lvl2pPr marL="914400" lvl="1" indent="-298450">
              <a:lnSpc>
                <a:spcPct val="115000"/>
              </a:lnSpc>
              <a:spcBef>
                <a:spcPts val="0"/>
              </a:spcBef>
              <a:spcAft>
                <a:spcPts val="0"/>
              </a:spcAft>
              <a:buClr>
                <a:schemeClr val="dk1"/>
              </a:buClr>
              <a:buSzPts val="1100"/>
              <a:buFont typeface="Nunito Sans"/>
              <a:buChar char="○"/>
              <a:defRPr sz="1100"/>
            </a:lvl2pPr>
            <a:lvl3pPr marL="1371600" lvl="2" indent="-298450">
              <a:lnSpc>
                <a:spcPct val="115000"/>
              </a:lnSpc>
              <a:spcBef>
                <a:spcPts val="0"/>
              </a:spcBef>
              <a:spcAft>
                <a:spcPts val="0"/>
              </a:spcAft>
              <a:buClr>
                <a:schemeClr val="dk1"/>
              </a:buClr>
              <a:buSzPts val="1100"/>
              <a:buFont typeface="Nunito Sans"/>
              <a:buChar char="■"/>
              <a:defRPr sz="1100"/>
            </a:lvl3pPr>
            <a:lvl4pPr marL="1828800" lvl="3" indent="-298450">
              <a:lnSpc>
                <a:spcPct val="115000"/>
              </a:lnSpc>
              <a:spcBef>
                <a:spcPts val="0"/>
              </a:spcBef>
              <a:spcAft>
                <a:spcPts val="0"/>
              </a:spcAft>
              <a:buClr>
                <a:schemeClr val="dk1"/>
              </a:buClr>
              <a:buSzPts val="1100"/>
              <a:buFont typeface="Nunito Sans"/>
              <a:buChar char="●"/>
              <a:defRPr sz="1100"/>
            </a:lvl4pPr>
            <a:lvl5pPr marL="2286000" lvl="4" indent="-298450">
              <a:lnSpc>
                <a:spcPct val="115000"/>
              </a:lnSpc>
              <a:spcBef>
                <a:spcPts val="0"/>
              </a:spcBef>
              <a:spcAft>
                <a:spcPts val="0"/>
              </a:spcAft>
              <a:buClr>
                <a:schemeClr val="dk1"/>
              </a:buClr>
              <a:buSzPts val="1100"/>
              <a:buFont typeface="Nunito Sans"/>
              <a:buChar char="○"/>
              <a:defRPr sz="1100"/>
            </a:lvl5pPr>
            <a:lvl6pPr marL="2743200" lvl="5" indent="-298450">
              <a:lnSpc>
                <a:spcPct val="115000"/>
              </a:lnSpc>
              <a:spcBef>
                <a:spcPts val="0"/>
              </a:spcBef>
              <a:spcAft>
                <a:spcPts val="0"/>
              </a:spcAft>
              <a:buClr>
                <a:schemeClr val="dk1"/>
              </a:buClr>
              <a:buSzPts val="1100"/>
              <a:buFont typeface="Nunito Sans"/>
              <a:buChar char="■"/>
              <a:defRPr sz="1100"/>
            </a:lvl6pPr>
            <a:lvl7pPr marL="3200400" lvl="6" indent="-298450">
              <a:lnSpc>
                <a:spcPct val="115000"/>
              </a:lnSpc>
              <a:spcBef>
                <a:spcPts val="0"/>
              </a:spcBef>
              <a:spcAft>
                <a:spcPts val="0"/>
              </a:spcAft>
              <a:buClr>
                <a:schemeClr val="dk1"/>
              </a:buClr>
              <a:buSzPts val="1100"/>
              <a:buFont typeface="Nunito Sans"/>
              <a:buChar char="●"/>
              <a:defRPr sz="1100"/>
            </a:lvl7pPr>
            <a:lvl8pPr marL="3657600" lvl="7" indent="-298450">
              <a:lnSpc>
                <a:spcPct val="115000"/>
              </a:lnSpc>
              <a:spcBef>
                <a:spcPts val="0"/>
              </a:spcBef>
              <a:spcAft>
                <a:spcPts val="0"/>
              </a:spcAft>
              <a:buClr>
                <a:schemeClr val="dk1"/>
              </a:buClr>
              <a:buSzPts val="1100"/>
              <a:buFont typeface="Nunito Sans"/>
              <a:buChar char="○"/>
              <a:defRPr sz="1100"/>
            </a:lvl8pPr>
            <a:lvl9pPr marL="4114800" lvl="8" indent="-298450">
              <a:lnSpc>
                <a:spcPct val="115000"/>
              </a:lnSpc>
              <a:spcBef>
                <a:spcPts val="0"/>
              </a:spcBef>
              <a:spcAft>
                <a:spcPts val="0"/>
              </a:spcAft>
              <a:buClr>
                <a:schemeClr val="dk1"/>
              </a:buClr>
              <a:buSzPts val="1100"/>
              <a:buFont typeface="Nunito Sans"/>
              <a:buChar char="■"/>
              <a:defRPr sz="1100"/>
            </a:lvl9pPr>
          </a:lstStyle>
          <a:p>
            <a:endParaRPr/>
          </a:p>
        </p:txBody>
      </p:sp>
      <p:sp>
        <p:nvSpPr>
          <p:cNvPr id="317" name="Google Shape;317;p24"/>
          <p:cNvSpPr txBox="1">
            <a:spLocks noGrp="1"/>
          </p:cNvSpPr>
          <p:nvPr>
            <p:ph type="body" idx="3"/>
          </p:nvPr>
        </p:nvSpPr>
        <p:spPr>
          <a:xfrm>
            <a:off x="4819600" y="983556"/>
            <a:ext cx="4095900" cy="587700"/>
          </a:xfrm>
          <a:prstGeom prst="rect">
            <a:avLst/>
          </a:prstGeom>
        </p:spPr>
        <p:txBody>
          <a:bodyPr spcFirstLastPara="1" wrap="square" lIns="91425" tIns="91425" rIns="91425" bIns="91425" anchor="t" anchorCtr="0">
            <a:noAutofit/>
          </a:bodyPr>
          <a:lstStyle>
            <a:lvl1pPr marL="457200" lvl="0" indent="-298450">
              <a:lnSpc>
                <a:spcPct val="115000"/>
              </a:lnSpc>
              <a:spcBef>
                <a:spcPts val="0"/>
              </a:spcBef>
              <a:spcAft>
                <a:spcPts val="0"/>
              </a:spcAft>
              <a:buClr>
                <a:schemeClr val="dk1"/>
              </a:buClr>
              <a:buSzPts val="1100"/>
              <a:buFont typeface="Nunito Sans"/>
              <a:buChar char="●"/>
              <a:defRPr sz="1100"/>
            </a:lvl1pPr>
            <a:lvl2pPr marL="914400" lvl="1" indent="-298450">
              <a:lnSpc>
                <a:spcPct val="115000"/>
              </a:lnSpc>
              <a:spcBef>
                <a:spcPts val="0"/>
              </a:spcBef>
              <a:spcAft>
                <a:spcPts val="0"/>
              </a:spcAft>
              <a:buClr>
                <a:schemeClr val="dk1"/>
              </a:buClr>
              <a:buSzPts val="1100"/>
              <a:buFont typeface="Nunito Sans"/>
              <a:buChar char="○"/>
              <a:defRPr sz="1100"/>
            </a:lvl2pPr>
            <a:lvl3pPr marL="1371600" lvl="2" indent="-298450">
              <a:lnSpc>
                <a:spcPct val="115000"/>
              </a:lnSpc>
              <a:spcBef>
                <a:spcPts val="0"/>
              </a:spcBef>
              <a:spcAft>
                <a:spcPts val="0"/>
              </a:spcAft>
              <a:buClr>
                <a:schemeClr val="dk1"/>
              </a:buClr>
              <a:buSzPts val="1100"/>
              <a:buFont typeface="Nunito Sans"/>
              <a:buChar char="■"/>
              <a:defRPr sz="1100"/>
            </a:lvl3pPr>
            <a:lvl4pPr marL="1828800" lvl="3" indent="-298450">
              <a:lnSpc>
                <a:spcPct val="115000"/>
              </a:lnSpc>
              <a:spcBef>
                <a:spcPts val="0"/>
              </a:spcBef>
              <a:spcAft>
                <a:spcPts val="0"/>
              </a:spcAft>
              <a:buClr>
                <a:schemeClr val="dk1"/>
              </a:buClr>
              <a:buSzPts val="1100"/>
              <a:buFont typeface="Nunito Sans"/>
              <a:buChar char="●"/>
              <a:defRPr sz="1100"/>
            </a:lvl4pPr>
            <a:lvl5pPr marL="2286000" lvl="4" indent="-298450">
              <a:lnSpc>
                <a:spcPct val="115000"/>
              </a:lnSpc>
              <a:spcBef>
                <a:spcPts val="0"/>
              </a:spcBef>
              <a:spcAft>
                <a:spcPts val="0"/>
              </a:spcAft>
              <a:buClr>
                <a:schemeClr val="dk1"/>
              </a:buClr>
              <a:buSzPts val="1100"/>
              <a:buFont typeface="Nunito Sans"/>
              <a:buChar char="○"/>
              <a:defRPr sz="1100"/>
            </a:lvl5pPr>
            <a:lvl6pPr marL="2743200" lvl="5" indent="-298450">
              <a:lnSpc>
                <a:spcPct val="115000"/>
              </a:lnSpc>
              <a:spcBef>
                <a:spcPts val="0"/>
              </a:spcBef>
              <a:spcAft>
                <a:spcPts val="0"/>
              </a:spcAft>
              <a:buClr>
                <a:schemeClr val="dk1"/>
              </a:buClr>
              <a:buSzPts val="1100"/>
              <a:buFont typeface="Nunito Sans"/>
              <a:buChar char="■"/>
              <a:defRPr sz="1100"/>
            </a:lvl6pPr>
            <a:lvl7pPr marL="3200400" lvl="6" indent="-298450">
              <a:lnSpc>
                <a:spcPct val="115000"/>
              </a:lnSpc>
              <a:spcBef>
                <a:spcPts val="0"/>
              </a:spcBef>
              <a:spcAft>
                <a:spcPts val="0"/>
              </a:spcAft>
              <a:buClr>
                <a:schemeClr val="dk1"/>
              </a:buClr>
              <a:buSzPts val="1100"/>
              <a:buFont typeface="Nunito Sans"/>
              <a:buChar char="●"/>
              <a:defRPr sz="1100"/>
            </a:lvl7pPr>
            <a:lvl8pPr marL="3657600" lvl="7" indent="-298450">
              <a:lnSpc>
                <a:spcPct val="115000"/>
              </a:lnSpc>
              <a:spcBef>
                <a:spcPts val="0"/>
              </a:spcBef>
              <a:spcAft>
                <a:spcPts val="0"/>
              </a:spcAft>
              <a:buClr>
                <a:schemeClr val="dk1"/>
              </a:buClr>
              <a:buSzPts val="1100"/>
              <a:buFont typeface="Nunito Sans"/>
              <a:buChar char="○"/>
              <a:defRPr sz="1100"/>
            </a:lvl8pPr>
            <a:lvl9pPr marL="4114800" lvl="8" indent="-298450">
              <a:lnSpc>
                <a:spcPct val="115000"/>
              </a:lnSpc>
              <a:spcBef>
                <a:spcPts val="0"/>
              </a:spcBef>
              <a:spcAft>
                <a:spcPts val="0"/>
              </a:spcAft>
              <a:buClr>
                <a:schemeClr val="dk1"/>
              </a:buClr>
              <a:buSzPts val="1100"/>
              <a:buFont typeface="Nunito Sans"/>
              <a:buChar char="■"/>
              <a:defRPr sz="1100"/>
            </a:lvl9pPr>
          </a:lstStyle>
          <a:p>
            <a:endParaRPr/>
          </a:p>
        </p:txBody>
      </p:sp>
      <p:sp>
        <p:nvSpPr>
          <p:cNvPr id="318" name="Google Shape;318;p24"/>
          <p:cNvSpPr txBox="1">
            <a:spLocks noGrp="1"/>
          </p:cNvSpPr>
          <p:nvPr>
            <p:ph type="subTitle" idx="4"/>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ank You Slide">
  <p:cSld name="BLANK_1_1_1_1_1_1_2">
    <p:bg>
      <p:bgPr>
        <a:solidFill>
          <a:schemeClr val="accent1"/>
        </a:solidFill>
        <a:effectLst/>
      </p:bgPr>
    </p:bg>
    <p:spTree>
      <p:nvGrpSpPr>
        <p:cNvPr id="1" name="Shape 319"/>
        <p:cNvGrpSpPr/>
        <p:nvPr/>
      </p:nvGrpSpPr>
      <p:grpSpPr>
        <a:xfrm>
          <a:off x="0" y="0"/>
          <a:ext cx="0" cy="0"/>
          <a:chOff x="0" y="0"/>
          <a:chExt cx="0" cy="0"/>
        </a:xfrm>
      </p:grpSpPr>
      <p:pic>
        <p:nvPicPr>
          <p:cNvPr id="320" name="Google Shape;320;p25"/>
          <p:cNvPicPr preferRelativeResize="0"/>
          <p:nvPr/>
        </p:nvPicPr>
        <p:blipFill rotWithShape="1">
          <a:blip r:embed="rId2">
            <a:alphaModFix/>
          </a:blip>
          <a:srcRect t="51307" r="54483"/>
          <a:stretch/>
        </p:blipFill>
        <p:spPr>
          <a:xfrm rot="10800000" flipH="1">
            <a:off x="6802800" y="2639053"/>
            <a:ext cx="2341200" cy="2504451"/>
          </a:xfrm>
          <a:prstGeom prst="rect">
            <a:avLst/>
          </a:prstGeom>
          <a:noFill/>
          <a:ln>
            <a:noFill/>
          </a:ln>
        </p:spPr>
      </p:pic>
      <p:sp>
        <p:nvSpPr>
          <p:cNvPr id="321" name="Google Shape;321;p25"/>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22" name="Google Shape;322;p25"/>
          <p:cNvSpPr txBox="1">
            <a:spLocks noGrp="1"/>
          </p:cNvSpPr>
          <p:nvPr>
            <p:ph type="title"/>
          </p:nvPr>
        </p:nvSpPr>
        <p:spPr>
          <a:xfrm>
            <a:off x="1230200" y="1930281"/>
            <a:ext cx="6683700" cy="17265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a:endParaRPr/>
          </a:p>
        </p:txBody>
      </p:sp>
      <p:sp>
        <p:nvSpPr>
          <p:cNvPr id="323" name="Google Shape;323;p25"/>
          <p:cNvSpPr txBox="1">
            <a:spLocks noGrp="1"/>
          </p:cNvSpPr>
          <p:nvPr>
            <p:ph type="subTitle" idx="1"/>
          </p:nvPr>
        </p:nvSpPr>
        <p:spPr>
          <a:xfrm>
            <a:off x="2398650" y="3194700"/>
            <a:ext cx="4346700" cy="452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324" name="Google Shape;324;p25"/>
          <p:cNvSpPr/>
          <p:nvPr/>
        </p:nvSpPr>
        <p:spPr>
          <a:xfrm flipH="1">
            <a:off x="11" y="148752"/>
            <a:ext cx="1377568" cy="2421760"/>
          </a:xfrm>
          <a:custGeom>
            <a:avLst/>
            <a:gdLst/>
            <a:ahLst/>
            <a:cxnLst/>
            <a:rect l="l" t="t" r="r" b="b"/>
            <a:pathLst>
              <a:path w="43049" h="75680" extrusionOk="0">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325" name="Google Shape;325;p25"/>
          <p:cNvSpPr txBox="1">
            <a:spLocks noGrp="1"/>
          </p:cNvSpPr>
          <p:nvPr>
            <p:ph type="body" idx="2"/>
          </p:nvPr>
        </p:nvSpPr>
        <p:spPr>
          <a:xfrm>
            <a:off x="3447988" y="3693650"/>
            <a:ext cx="2247900" cy="400200"/>
          </a:xfrm>
          <a:prstGeom prst="rect">
            <a:avLst/>
          </a:prstGeom>
        </p:spPr>
        <p:txBody>
          <a:bodyPr spcFirstLastPara="1" wrap="square" lIns="91425" tIns="91425" rIns="91425" bIns="91425" anchor="t" anchorCtr="0">
            <a:noAutofit/>
          </a:bodyPr>
          <a:lstStyle>
            <a:lvl1pPr marL="457200" lvl="0" indent="-292100" algn="ctr">
              <a:spcBef>
                <a:spcPts val="0"/>
              </a:spcBef>
              <a:spcAft>
                <a:spcPts val="0"/>
              </a:spcAft>
              <a:buClr>
                <a:schemeClr val="dk2"/>
              </a:buClr>
              <a:buSzPts val="1000"/>
              <a:buFont typeface="Nunito Sans"/>
              <a:buChar char="●"/>
              <a:defRPr sz="1000">
                <a:solidFill>
                  <a:schemeClr val="dk2"/>
                </a:solidFill>
              </a:defRPr>
            </a:lvl1pPr>
            <a:lvl2pPr marL="914400" lvl="1" indent="-292100" algn="ctr">
              <a:spcBef>
                <a:spcPts val="0"/>
              </a:spcBef>
              <a:spcAft>
                <a:spcPts val="0"/>
              </a:spcAft>
              <a:buClr>
                <a:schemeClr val="dk2"/>
              </a:buClr>
              <a:buSzPts val="1000"/>
              <a:buFont typeface="Nunito Sans"/>
              <a:buChar char="○"/>
              <a:defRPr sz="1000">
                <a:solidFill>
                  <a:schemeClr val="dk2"/>
                </a:solidFill>
              </a:defRPr>
            </a:lvl2pPr>
            <a:lvl3pPr marL="1371600" lvl="2" indent="-292100" algn="ctr">
              <a:spcBef>
                <a:spcPts val="0"/>
              </a:spcBef>
              <a:spcAft>
                <a:spcPts val="0"/>
              </a:spcAft>
              <a:buClr>
                <a:schemeClr val="dk2"/>
              </a:buClr>
              <a:buSzPts val="1000"/>
              <a:buFont typeface="Nunito Sans"/>
              <a:buChar char="■"/>
              <a:defRPr sz="1000">
                <a:solidFill>
                  <a:schemeClr val="dk2"/>
                </a:solidFill>
              </a:defRPr>
            </a:lvl3pPr>
            <a:lvl4pPr marL="1828800" lvl="3" indent="-292100" algn="ctr">
              <a:spcBef>
                <a:spcPts val="0"/>
              </a:spcBef>
              <a:spcAft>
                <a:spcPts val="0"/>
              </a:spcAft>
              <a:buClr>
                <a:schemeClr val="dk2"/>
              </a:buClr>
              <a:buSzPts val="1000"/>
              <a:buFont typeface="Nunito Sans"/>
              <a:buChar char="●"/>
              <a:defRPr sz="1000">
                <a:solidFill>
                  <a:schemeClr val="dk2"/>
                </a:solidFill>
              </a:defRPr>
            </a:lvl4pPr>
            <a:lvl5pPr marL="2286000" lvl="4" indent="-292100" algn="ctr">
              <a:spcBef>
                <a:spcPts val="0"/>
              </a:spcBef>
              <a:spcAft>
                <a:spcPts val="0"/>
              </a:spcAft>
              <a:buClr>
                <a:schemeClr val="dk2"/>
              </a:buClr>
              <a:buSzPts val="1000"/>
              <a:buFont typeface="Nunito Sans"/>
              <a:buChar char="○"/>
              <a:defRPr sz="1000">
                <a:solidFill>
                  <a:schemeClr val="dk2"/>
                </a:solidFill>
              </a:defRPr>
            </a:lvl5pPr>
            <a:lvl6pPr marL="2743200" lvl="5" indent="-292100" algn="ctr">
              <a:spcBef>
                <a:spcPts val="0"/>
              </a:spcBef>
              <a:spcAft>
                <a:spcPts val="0"/>
              </a:spcAft>
              <a:buClr>
                <a:schemeClr val="dk2"/>
              </a:buClr>
              <a:buSzPts val="1000"/>
              <a:buFont typeface="Nunito Sans"/>
              <a:buChar char="■"/>
              <a:defRPr sz="1000">
                <a:solidFill>
                  <a:schemeClr val="dk2"/>
                </a:solidFill>
              </a:defRPr>
            </a:lvl6pPr>
            <a:lvl7pPr marL="3200400" lvl="6" indent="-292100" algn="ctr">
              <a:spcBef>
                <a:spcPts val="0"/>
              </a:spcBef>
              <a:spcAft>
                <a:spcPts val="0"/>
              </a:spcAft>
              <a:buClr>
                <a:schemeClr val="dk2"/>
              </a:buClr>
              <a:buSzPts val="1000"/>
              <a:buFont typeface="Nunito Sans"/>
              <a:buChar char="●"/>
              <a:defRPr sz="1000">
                <a:solidFill>
                  <a:schemeClr val="dk2"/>
                </a:solidFill>
              </a:defRPr>
            </a:lvl7pPr>
            <a:lvl8pPr marL="3657600" lvl="7" indent="-292100" algn="ctr">
              <a:spcBef>
                <a:spcPts val="0"/>
              </a:spcBef>
              <a:spcAft>
                <a:spcPts val="0"/>
              </a:spcAft>
              <a:buClr>
                <a:schemeClr val="dk2"/>
              </a:buClr>
              <a:buSzPts val="1000"/>
              <a:buFont typeface="Nunito Sans"/>
              <a:buChar char="○"/>
              <a:defRPr sz="1000">
                <a:solidFill>
                  <a:schemeClr val="dk2"/>
                </a:solidFill>
              </a:defRPr>
            </a:lvl8pPr>
            <a:lvl9pPr marL="4114800" lvl="8" indent="-292100" algn="ctr">
              <a:spcBef>
                <a:spcPts val="0"/>
              </a:spcBef>
              <a:spcAft>
                <a:spcPts val="0"/>
              </a:spcAft>
              <a:buClr>
                <a:schemeClr val="dk2"/>
              </a:buClr>
              <a:buSzPts val="1000"/>
              <a:buFont typeface="Nunito Sans"/>
              <a:buChar char="■"/>
              <a:defRPr sz="1000">
                <a:solidFill>
                  <a:schemeClr val="dk2"/>
                </a:solidFill>
              </a:defRPr>
            </a:lvl9pPr>
          </a:lstStyle>
          <a:p>
            <a:endParaRPr/>
          </a:p>
        </p:txBody>
      </p:sp>
      <p:sp>
        <p:nvSpPr>
          <p:cNvPr id="326" name="Google Shape;326;p25"/>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27"/>
        <p:cNvGrpSpPr/>
        <p:nvPr/>
      </p:nvGrpSpPr>
      <p:grpSpPr>
        <a:xfrm>
          <a:off x="0" y="0"/>
          <a:ext cx="0" cy="0"/>
          <a:chOff x="0" y="0"/>
          <a:chExt cx="0" cy="0"/>
        </a:xfrm>
      </p:grpSpPr>
      <p:sp>
        <p:nvSpPr>
          <p:cNvPr id="328" name="Google Shape;328;p2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29"/>
        <p:cNvGrpSpPr/>
        <p:nvPr/>
      </p:nvGrpSpPr>
      <p:grpSpPr>
        <a:xfrm>
          <a:off x="0" y="0"/>
          <a:ext cx="0" cy="0"/>
          <a:chOff x="0" y="0"/>
          <a:chExt cx="0" cy="0"/>
        </a:xfrm>
      </p:grpSpPr>
      <p:sp>
        <p:nvSpPr>
          <p:cNvPr id="330" name="Google Shape;33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331" name="Google Shape;331;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32"/>
        <p:cNvGrpSpPr/>
        <p:nvPr/>
      </p:nvGrpSpPr>
      <p:grpSpPr>
        <a:xfrm>
          <a:off x="0" y="0"/>
          <a:ext cx="0" cy="0"/>
          <a:chOff x="0" y="0"/>
          <a:chExt cx="0" cy="0"/>
        </a:xfrm>
      </p:grpSpPr>
      <p:sp>
        <p:nvSpPr>
          <p:cNvPr id="333" name="Google Shape;33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334" name="Google Shape;334;p2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5" name="Google Shape;335;p2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36"/>
        <p:cNvGrpSpPr/>
        <p:nvPr/>
      </p:nvGrpSpPr>
      <p:grpSpPr>
        <a:xfrm>
          <a:off x="0" y="0"/>
          <a:ext cx="0" cy="0"/>
          <a:chOff x="0" y="0"/>
          <a:chExt cx="0" cy="0"/>
        </a:xfrm>
      </p:grpSpPr>
      <p:sp>
        <p:nvSpPr>
          <p:cNvPr id="337" name="Google Shape;337;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38"/>
        <p:cNvGrpSpPr/>
        <p:nvPr/>
      </p:nvGrpSpPr>
      <p:grpSpPr>
        <a:xfrm>
          <a:off x="0" y="0"/>
          <a:ext cx="0" cy="0"/>
          <a:chOff x="0" y="0"/>
          <a:chExt cx="0" cy="0"/>
        </a:xfrm>
      </p:grpSpPr>
      <p:sp>
        <p:nvSpPr>
          <p:cNvPr id="339" name="Google Shape;339;p3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a:endParaRPr/>
          </a:p>
        </p:txBody>
      </p:sp>
      <p:sp>
        <p:nvSpPr>
          <p:cNvPr id="340" name="Google Shape;340;p3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41"/>
        <p:cNvGrpSpPr/>
        <p:nvPr/>
      </p:nvGrpSpPr>
      <p:grpSpPr>
        <a:xfrm>
          <a:off x="0" y="0"/>
          <a:ext cx="0" cy="0"/>
          <a:chOff x="0" y="0"/>
          <a:chExt cx="0" cy="0"/>
        </a:xfrm>
      </p:grpSpPr>
      <p:sp>
        <p:nvSpPr>
          <p:cNvPr id="342" name="Google Shape;342;p3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a:endParaRPr/>
          </a:p>
        </p:txBody>
      </p:sp>
      <p:sp>
        <p:nvSpPr>
          <p:cNvPr id="343" name="Google Shape;343;p3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344" name="Google Shape;344;p3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45"/>
        <p:cNvGrpSpPr/>
        <p:nvPr/>
      </p:nvGrpSpPr>
      <p:grpSpPr>
        <a:xfrm>
          <a:off x="0" y="0"/>
          <a:ext cx="0" cy="0"/>
          <a:chOff x="0" y="0"/>
          <a:chExt cx="0" cy="0"/>
        </a:xfrm>
      </p:grpSpPr>
      <p:sp>
        <p:nvSpPr>
          <p:cNvPr id="346" name="Google Shape;346;p3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47"/>
        <p:cNvGrpSpPr/>
        <p:nvPr/>
      </p:nvGrpSpPr>
      <p:grpSpPr>
        <a:xfrm>
          <a:off x="0" y="0"/>
          <a:ext cx="0" cy="0"/>
          <a:chOff x="0" y="0"/>
          <a:chExt cx="0" cy="0"/>
        </a:xfrm>
      </p:grpSpPr>
      <p:sp>
        <p:nvSpPr>
          <p:cNvPr id="348" name="Google Shape;348;p3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9" name="Google Shape;349;p3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51"/>
        <p:cNvGrpSpPr/>
        <p:nvPr/>
      </p:nvGrpSpPr>
      <p:grpSpPr>
        <a:xfrm>
          <a:off x="0" y="0"/>
          <a:ext cx="0" cy="0"/>
          <a:chOff x="0" y="0"/>
          <a:chExt cx="0" cy="0"/>
        </a:xfrm>
      </p:grpSpPr>
      <p:sp>
        <p:nvSpPr>
          <p:cNvPr id="352" name="Google Shape;352;p35"/>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3" name="Google Shape;353;p35"/>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4" name="Google Shape;354;p35"/>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5" name="Google Shape;355;p35"/>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6" name="Google Shape;356;p35"/>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7" name="Google Shape;357;p35"/>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8" name="Google Shape;358;p35"/>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359"/>
        <p:cNvGrpSpPr/>
        <p:nvPr/>
      </p:nvGrpSpPr>
      <p:grpSpPr>
        <a:xfrm>
          <a:off x="0" y="0"/>
          <a:ext cx="0" cy="0"/>
          <a:chOff x="0" y="0"/>
          <a:chExt cx="0" cy="0"/>
        </a:xfrm>
      </p:grpSpPr>
      <p:sp>
        <p:nvSpPr>
          <p:cNvPr id="360" name="Google Shape;360;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361" name="Google Shape;361;p36"/>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62" name="Google Shape;362;p36"/>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363"/>
        <p:cNvGrpSpPr/>
        <p:nvPr/>
      </p:nvGrpSpPr>
      <p:grpSpPr>
        <a:xfrm>
          <a:off x="0" y="0"/>
          <a:ext cx="0" cy="0"/>
          <a:chOff x="0" y="0"/>
          <a:chExt cx="0" cy="0"/>
        </a:xfrm>
      </p:grpSpPr>
      <p:sp>
        <p:nvSpPr>
          <p:cNvPr id="364" name="Google Shape;364;p3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65" name="Google Shape;365;p37"/>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66" name="Google Shape;366;p37"/>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7" name="Google Shape;367;p37"/>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8" name="Google Shape;368;p37"/>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69"/>
        <p:cNvGrpSpPr/>
        <p:nvPr/>
      </p:nvGrpSpPr>
      <p:grpSpPr>
        <a:xfrm>
          <a:off x="0" y="0"/>
          <a:ext cx="0" cy="0"/>
          <a:chOff x="0" y="0"/>
          <a:chExt cx="0" cy="0"/>
        </a:xfrm>
      </p:grpSpPr>
      <p:sp>
        <p:nvSpPr>
          <p:cNvPr id="370" name="Google Shape;370;p38"/>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71" name="Google Shape;371;p38"/>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2" name="Google Shape;372;p3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73" name="Google Shape;373;p38"/>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4" name="Google Shape;374;p38"/>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5" name="Google Shape;375;p38"/>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6" name="Google Shape;376;p38"/>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77"/>
        <p:cNvGrpSpPr/>
        <p:nvPr/>
      </p:nvGrpSpPr>
      <p:grpSpPr>
        <a:xfrm>
          <a:off x="0" y="0"/>
          <a:ext cx="0" cy="0"/>
          <a:chOff x="0" y="0"/>
          <a:chExt cx="0" cy="0"/>
        </a:xfrm>
      </p:grpSpPr>
      <p:sp>
        <p:nvSpPr>
          <p:cNvPr id="378" name="Google Shape;378;p39"/>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79" name="Google Shape;379;p39"/>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0" name="Google Shape;380;p39"/>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1" name="Google Shape;381;p39"/>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2" name="Google Shape;382;p39"/>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83" name="Google Shape;383;p39"/>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4" name="Google Shape;384;p39"/>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5" name="Google Shape;385;p39"/>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6" name="Google Shape;386;p39"/>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87"/>
        <p:cNvGrpSpPr/>
        <p:nvPr/>
      </p:nvGrpSpPr>
      <p:grpSpPr>
        <a:xfrm>
          <a:off x="0" y="0"/>
          <a:ext cx="0" cy="0"/>
          <a:chOff x="0" y="0"/>
          <a:chExt cx="0" cy="0"/>
        </a:xfrm>
      </p:grpSpPr>
      <p:sp>
        <p:nvSpPr>
          <p:cNvPr id="388" name="Google Shape;388;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389" name="Google Shape;389;p40"/>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90"/>
        <p:cNvGrpSpPr/>
        <p:nvPr/>
      </p:nvGrpSpPr>
      <p:grpSpPr>
        <a:xfrm>
          <a:off x="0" y="0"/>
          <a:ext cx="0" cy="0"/>
          <a:chOff x="0" y="0"/>
          <a:chExt cx="0" cy="0"/>
        </a:xfrm>
      </p:grpSpPr>
      <p:sp>
        <p:nvSpPr>
          <p:cNvPr id="391" name="Google Shape;391;p41"/>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92" name="Google Shape;392;p41"/>
          <p:cNvSpPr>
            <a:spLocks noGrp="1"/>
          </p:cNvSpPr>
          <p:nvPr>
            <p:ph type="pic" idx="2"/>
          </p:nvPr>
        </p:nvSpPr>
        <p:spPr>
          <a:xfrm>
            <a:off x="4804825" y="1133300"/>
            <a:ext cx="4027500" cy="2392800"/>
          </a:xfrm>
          <a:prstGeom prst="rect">
            <a:avLst/>
          </a:prstGeom>
          <a:noFill/>
          <a:ln>
            <a:noFill/>
          </a:ln>
        </p:spPr>
      </p:sp>
      <p:sp>
        <p:nvSpPr>
          <p:cNvPr id="393" name="Google Shape;393;p41"/>
          <p:cNvSpPr>
            <a:spLocks noGrp="1"/>
          </p:cNvSpPr>
          <p:nvPr>
            <p:ph type="pic" idx="3"/>
          </p:nvPr>
        </p:nvSpPr>
        <p:spPr>
          <a:xfrm>
            <a:off x="311725" y="1133300"/>
            <a:ext cx="4027500" cy="2392800"/>
          </a:xfrm>
          <a:prstGeom prst="rect">
            <a:avLst/>
          </a:prstGeom>
          <a:noFill/>
          <a:ln>
            <a:noFill/>
          </a:ln>
        </p:spPr>
      </p:sp>
      <p:sp>
        <p:nvSpPr>
          <p:cNvPr id="394" name="Google Shape;394;p41"/>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5" name="Google Shape;395;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396" name="Google Shape;396;p41"/>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97" name="Google Shape;397;p41"/>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398"/>
        <p:cNvGrpSpPr/>
        <p:nvPr/>
      </p:nvGrpSpPr>
      <p:grpSpPr>
        <a:xfrm>
          <a:off x="0" y="0"/>
          <a:ext cx="0" cy="0"/>
          <a:chOff x="0" y="0"/>
          <a:chExt cx="0" cy="0"/>
        </a:xfrm>
      </p:grpSpPr>
      <p:sp>
        <p:nvSpPr>
          <p:cNvPr id="399" name="Google Shape;399;p42"/>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00" name="Google Shape;400;p42"/>
          <p:cNvSpPr>
            <a:spLocks noGrp="1"/>
          </p:cNvSpPr>
          <p:nvPr>
            <p:ph type="pic" idx="2"/>
          </p:nvPr>
        </p:nvSpPr>
        <p:spPr>
          <a:xfrm>
            <a:off x="6205225" y="1128325"/>
            <a:ext cx="2627100" cy="2273100"/>
          </a:xfrm>
          <a:prstGeom prst="rect">
            <a:avLst/>
          </a:prstGeom>
          <a:noFill/>
          <a:ln>
            <a:noFill/>
          </a:ln>
        </p:spPr>
      </p:sp>
      <p:sp>
        <p:nvSpPr>
          <p:cNvPr id="401" name="Google Shape;401;p42"/>
          <p:cNvSpPr>
            <a:spLocks noGrp="1"/>
          </p:cNvSpPr>
          <p:nvPr>
            <p:ph type="pic" idx="3"/>
          </p:nvPr>
        </p:nvSpPr>
        <p:spPr>
          <a:xfrm>
            <a:off x="311725" y="1128325"/>
            <a:ext cx="2627100" cy="2273100"/>
          </a:xfrm>
          <a:prstGeom prst="rect">
            <a:avLst/>
          </a:prstGeom>
          <a:noFill/>
          <a:ln>
            <a:noFill/>
          </a:ln>
        </p:spPr>
      </p:sp>
      <p:sp>
        <p:nvSpPr>
          <p:cNvPr id="402" name="Google Shape;402;p42"/>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03" name="Google Shape;403;p42"/>
          <p:cNvSpPr>
            <a:spLocks noGrp="1"/>
          </p:cNvSpPr>
          <p:nvPr>
            <p:ph type="pic" idx="5"/>
          </p:nvPr>
        </p:nvSpPr>
        <p:spPr>
          <a:xfrm>
            <a:off x="3255250" y="1128325"/>
            <a:ext cx="2627100" cy="2273100"/>
          </a:xfrm>
          <a:prstGeom prst="rect">
            <a:avLst/>
          </a:prstGeom>
          <a:noFill/>
          <a:ln>
            <a:noFill/>
          </a:ln>
        </p:spPr>
      </p:sp>
      <p:sp>
        <p:nvSpPr>
          <p:cNvPr id="404" name="Google Shape;404;p42"/>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05" name="Google Shape;405;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406" name="Google Shape;406;p42"/>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07" name="Google Shape;407;p42"/>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08" name="Google Shape;408;p42"/>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409"/>
        <p:cNvGrpSpPr/>
        <p:nvPr/>
      </p:nvGrpSpPr>
      <p:grpSpPr>
        <a:xfrm>
          <a:off x="0" y="0"/>
          <a:ext cx="0" cy="0"/>
          <a:chOff x="0" y="0"/>
          <a:chExt cx="0" cy="0"/>
        </a:xfrm>
      </p:grpSpPr>
      <p:sp>
        <p:nvSpPr>
          <p:cNvPr id="410" name="Google Shape;410;p43"/>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11"/>
        <p:cNvGrpSpPr/>
        <p:nvPr/>
      </p:nvGrpSpPr>
      <p:grpSpPr>
        <a:xfrm>
          <a:off x="0" y="0"/>
          <a:ext cx="0" cy="0"/>
          <a:chOff x="0" y="0"/>
          <a:chExt cx="0" cy="0"/>
        </a:xfrm>
      </p:grpSpPr>
      <p:sp>
        <p:nvSpPr>
          <p:cNvPr id="412" name="Google Shape;412;p44"/>
          <p:cNvSpPr>
            <a:spLocks noGrp="1"/>
          </p:cNvSpPr>
          <p:nvPr>
            <p:ph type="pic" idx="2"/>
          </p:nvPr>
        </p:nvSpPr>
        <p:spPr>
          <a:xfrm>
            <a:off x="3389600" y="118913"/>
            <a:ext cx="1643700" cy="1535100"/>
          </a:xfrm>
          <a:prstGeom prst="rect">
            <a:avLst/>
          </a:prstGeom>
          <a:noFill/>
          <a:ln>
            <a:noFill/>
          </a:ln>
        </p:spPr>
      </p:sp>
      <p:sp>
        <p:nvSpPr>
          <p:cNvPr id="413" name="Google Shape;413;p44"/>
          <p:cNvSpPr>
            <a:spLocks noGrp="1"/>
          </p:cNvSpPr>
          <p:nvPr>
            <p:ph type="pic" idx="3"/>
          </p:nvPr>
        </p:nvSpPr>
        <p:spPr>
          <a:xfrm>
            <a:off x="5195935" y="118913"/>
            <a:ext cx="1643700" cy="1535100"/>
          </a:xfrm>
          <a:prstGeom prst="rect">
            <a:avLst/>
          </a:prstGeom>
          <a:noFill/>
          <a:ln>
            <a:noFill/>
          </a:ln>
        </p:spPr>
      </p:sp>
      <p:sp>
        <p:nvSpPr>
          <p:cNvPr id="414" name="Google Shape;414;p44"/>
          <p:cNvSpPr>
            <a:spLocks noGrp="1"/>
          </p:cNvSpPr>
          <p:nvPr>
            <p:ph type="pic" idx="4"/>
          </p:nvPr>
        </p:nvSpPr>
        <p:spPr>
          <a:xfrm>
            <a:off x="7002270" y="118913"/>
            <a:ext cx="1643700" cy="1535100"/>
          </a:xfrm>
          <a:prstGeom prst="rect">
            <a:avLst/>
          </a:prstGeom>
          <a:noFill/>
          <a:ln>
            <a:noFill/>
          </a:ln>
        </p:spPr>
      </p:sp>
      <p:sp>
        <p:nvSpPr>
          <p:cNvPr id="415" name="Google Shape;415;p44"/>
          <p:cNvSpPr>
            <a:spLocks noGrp="1"/>
          </p:cNvSpPr>
          <p:nvPr>
            <p:ph type="pic" idx="5"/>
          </p:nvPr>
        </p:nvSpPr>
        <p:spPr>
          <a:xfrm>
            <a:off x="3389588" y="1804212"/>
            <a:ext cx="1643700" cy="1535100"/>
          </a:xfrm>
          <a:prstGeom prst="rect">
            <a:avLst/>
          </a:prstGeom>
          <a:noFill/>
          <a:ln>
            <a:noFill/>
          </a:ln>
        </p:spPr>
      </p:sp>
      <p:sp>
        <p:nvSpPr>
          <p:cNvPr id="416" name="Google Shape;416;p44"/>
          <p:cNvSpPr>
            <a:spLocks noGrp="1"/>
          </p:cNvSpPr>
          <p:nvPr>
            <p:ph type="pic" idx="6"/>
          </p:nvPr>
        </p:nvSpPr>
        <p:spPr>
          <a:xfrm>
            <a:off x="5195922" y="1804212"/>
            <a:ext cx="1643700" cy="1535100"/>
          </a:xfrm>
          <a:prstGeom prst="rect">
            <a:avLst/>
          </a:prstGeom>
          <a:noFill/>
          <a:ln>
            <a:noFill/>
          </a:ln>
        </p:spPr>
      </p:sp>
      <p:sp>
        <p:nvSpPr>
          <p:cNvPr id="417" name="Google Shape;417;p44"/>
          <p:cNvSpPr>
            <a:spLocks noGrp="1"/>
          </p:cNvSpPr>
          <p:nvPr>
            <p:ph type="pic" idx="7"/>
          </p:nvPr>
        </p:nvSpPr>
        <p:spPr>
          <a:xfrm>
            <a:off x="7002257" y="1804212"/>
            <a:ext cx="1643700" cy="1535100"/>
          </a:xfrm>
          <a:prstGeom prst="rect">
            <a:avLst/>
          </a:prstGeom>
          <a:noFill/>
          <a:ln>
            <a:noFill/>
          </a:ln>
        </p:spPr>
      </p:sp>
      <p:sp>
        <p:nvSpPr>
          <p:cNvPr id="418" name="Google Shape;418;p44"/>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419" name="Google Shape;419;p44"/>
          <p:cNvSpPr>
            <a:spLocks noGrp="1"/>
          </p:cNvSpPr>
          <p:nvPr>
            <p:ph type="pic" idx="8"/>
          </p:nvPr>
        </p:nvSpPr>
        <p:spPr>
          <a:xfrm>
            <a:off x="3389588" y="3489487"/>
            <a:ext cx="1643700" cy="1535100"/>
          </a:xfrm>
          <a:prstGeom prst="rect">
            <a:avLst/>
          </a:prstGeom>
          <a:noFill/>
          <a:ln>
            <a:noFill/>
          </a:ln>
        </p:spPr>
      </p:sp>
      <p:sp>
        <p:nvSpPr>
          <p:cNvPr id="420" name="Google Shape;420;p44"/>
          <p:cNvSpPr>
            <a:spLocks noGrp="1"/>
          </p:cNvSpPr>
          <p:nvPr>
            <p:ph type="pic" idx="9"/>
          </p:nvPr>
        </p:nvSpPr>
        <p:spPr>
          <a:xfrm>
            <a:off x="5195922" y="3489487"/>
            <a:ext cx="1643700" cy="1535100"/>
          </a:xfrm>
          <a:prstGeom prst="rect">
            <a:avLst/>
          </a:prstGeom>
          <a:noFill/>
          <a:ln>
            <a:noFill/>
          </a:ln>
        </p:spPr>
      </p:sp>
      <p:sp>
        <p:nvSpPr>
          <p:cNvPr id="421" name="Google Shape;421;p44"/>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28600" y="1833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marL="914400" lvl="1"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marL="1371600" lvl="2"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marL="1828800" lvl="3"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marL="2286000" lvl="4"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marL="2743200" lvl="5"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marL="3200400" lvl="6"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marL="3657600" lvl="7"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marL="4114800" lvl="8" indent="-30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a:endParaRPr/>
          </a:p>
        </p:txBody>
      </p:sp>
      <p:sp>
        <p:nvSpPr>
          <p:cNvPr id="7" name="Google Shape;7;p1"/>
          <p:cNvSpPr txBox="1">
            <a:spLocks noGrp="1"/>
          </p:cNvSpPr>
          <p:nvPr>
            <p:ph type="title"/>
          </p:nvPr>
        </p:nvSpPr>
        <p:spPr>
          <a:xfrm>
            <a:off x="228600" y="256925"/>
            <a:ext cx="5707200" cy="587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None/>
              <a:defRPr sz="2800" b="1">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a:endParaRPr/>
          </a:p>
        </p:txBody>
      </p:sp>
      <p:sp>
        <p:nvSpPr>
          <p:cNvPr id="8" name="Google Shape;8;p1"/>
          <p:cNvSpPr txBox="1">
            <a:spLocks noGrp="1"/>
          </p:cNvSpPr>
          <p:nvPr>
            <p:ph type="body" idx="2"/>
          </p:nvPr>
        </p:nvSpPr>
        <p:spPr>
          <a:xfrm>
            <a:off x="4392125" y="1843600"/>
            <a:ext cx="3919500" cy="27732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marL="914400" lvl="1"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marL="1371600" lvl="2"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marL="1828800" lvl="3"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marL="2286000" lvl="4"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marL="2743200" lvl="5"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marL="3200400" lvl="6"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marL="3657600" lvl="7"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marL="4114800" lvl="8"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5"/>
          <p:cNvSpPr txBox="1">
            <a:spLocks noGrp="1"/>
          </p:cNvSpPr>
          <p:nvPr>
            <p:ph type="title"/>
          </p:nvPr>
        </p:nvSpPr>
        <p:spPr>
          <a:xfrm>
            <a:off x="788550" y="1363625"/>
            <a:ext cx="7566900" cy="300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Operation Analytics and Investigating Metric Spike</a:t>
            </a:r>
            <a:endParaRPr/>
          </a:p>
        </p:txBody>
      </p:sp>
      <p:sp>
        <p:nvSpPr>
          <p:cNvPr id="427" name="Google Shape;427;p45"/>
          <p:cNvSpPr/>
          <p:nvPr/>
        </p:nvSpPr>
        <p:spPr>
          <a:xfrm rot="-395291">
            <a:off x="2333651" y="3914396"/>
            <a:ext cx="3041752" cy="281119"/>
          </a:xfrm>
          <a:custGeom>
            <a:avLst/>
            <a:gdLst/>
            <a:ahLst/>
            <a:cxnLst/>
            <a:rect l="l" t="t" r="r" b="b"/>
            <a:pathLst>
              <a:path w="182716" h="17616" extrusionOk="0">
                <a:moveTo>
                  <a:pt x="0" y="0"/>
                </a:moveTo>
                <a:cubicBezTo>
                  <a:pt x="61188" y="0"/>
                  <a:pt x="122876" y="4843"/>
                  <a:pt x="182716" y="17616"/>
                </a:cubicBezTo>
              </a:path>
            </a:pathLst>
          </a:custGeom>
          <a:noFill/>
          <a:ln w="19050" cap="flat" cmpd="sng">
            <a:solidFill>
              <a:schemeClr val="lt2"/>
            </a:solidFill>
            <a:prstDash val="solid"/>
            <a:round/>
            <a:headEnd type="none" w="med" len="med"/>
            <a:tailEnd type="none" w="med" len="med"/>
          </a:ln>
        </p:spPr>
        <p:txBody>
          <a:bodyPr/>
          <a:lstStyle/>
          <a:p>
            <a:endParaRPr lang="en-IN"/>
          </a:p>
        </p:txBody>
      </p:sp>
      <p:sp>
        <p:nvSpPr>
          <p:cNvPr id="428" name="Google Shape;428;p45"/>
          <p:cNvSpPr/>
          <p:nvPr/>
        </p:nvSpPr>
        <p:spPr>
          <a:xfrm rot="-509448">
            <a:off x="3504171" y="4247349"/>
            <a:ext cx="1877891" cy="123212"/>
          </a:xfrm>
          <a:custGeom>
            <a:avLst/>
            <a:gdLst/>
            <a:ahLst/>
            <a:cxnLst/>
            <a:rect l="l" t="t" r="r" b="b"/>
            <a:pathLst>
              <a:path w="182716" h="17616" extrusionOk="0">
                <a:moveTo>
                  <a:pt x="0" y="0"/>
                </a:moveTo>
                <a:cubicBezTo>
                  <a:pt x="61188" y="0"/>
                  <a:pt x="122876" y="4843"/>
                  <a:pt x="182716" y="17616"/>
                </a:cubicBezTo>
              </a:path>
            </a:pathLst>
          </a:custGeom>
          <a:noFill/>
          <a:ln w="19050" cap="flat" cmpd="sng">
            <a:solidFill>
              <a:schemeClr val="lt2"/>
            </a:solidFill>
            <a:prstDash val="solid"/>
            <a:round/>
            <a:headEnd type="none" w="med" len="med"/>
            <a:tailEnd type="none" w="med" len="me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6"/>
          <p:cNvSpPr txBox="1">
            <a:spLocks noGrp="1"/>
          </p:cNvSpPr>
          <p:nvPr>
            <p:ph type="title"/>
          </p:nvPr>
        </p:nvSpPr>
        <p:spPr>
          <a:xfrm>
            <a:off x="228600" y="228600"/>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Project Description</a:t>
            </a:r>
            <a:endParaRPr/>
          </a:p>
        </p:txBody>
      </p:sp>
      <p:sp>
        <p:nvSpPr>
          <p:cNvPr id="435" name="Google Shape;435;p46"/>
          <p:cNvSpPr txBox="1"/>
          <p:nvPr/>
        </p:nvSpPr>
        <p:spPr>
          <a:xfrm>
            <a:off x="887550" y="1029475"/>
            <a:ext cx="7275000" cy="358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Nunito Sans"/>
                <a:ea typeface="Nunito Sans"/>
                <a:cs typeface="Nunito Sans"/>
                <a:sym typeface="Nunito Sans"/>
              </a:rPr>
              <a:t>Operational Analytics focuses on analyzing an organization's daily operations and identifying opportunities to improve efficiency, productivity, and user experience. In modern technology companies, operational decisions are driven by data collected from multiple systems such as user activities, product interactions, email campaigns, and workflow management systems.</a:t>
            </a:r>
            <a:endParaRPr sz="1300">
              <a:solidFill>
                <a:schemeClr val="dk1"/>
              </a:solidFill>
              <a:latin typeface="Nunito Sans"/>
              <a:ea typeface="Nunito Sans"/>
              <a:cs typeface="Nunito Sans"/>
              <a:sym typeface="Nunito Sans"/>
            </a:endParaRPr>
          </a:p>
          <a:p>
            <a:pPr marL="0" lvl="0" indent="0" algn="l" rtl="0">
              <a:spcBef>
                <a:spcPts val="0"/>
              </a:spcBef>
              <a:spcAft>
                <a:spcPts val="0"/>
              </a:spcAft>
              <a:buNone/>
            </a:pPr>
            <a:endParaRPr sz="13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300">
                <a:solidFill>
                  <a:schemeClr val="dk1"/>
                </a:solidFill>
                <a:latin typeface="Nunito Sans"/>
                <a:ea typeface="Nunito Sans"/>
                <a:cs typeface="Nunito Sans"/>
                <a:sym typeface="Nunito Sans"/>
              </a:rPr>
              <a:t>The objective of this project is to perform end-to-end analysis on operational datasets and investigate important business metrics. The first case study analyzes job review operations to understand throughput, reviewer efficiency, language distribution, and data quality issues. The second case study investigates user engagement metrics using product usage and email interaction data. The goal is to identify trends in user activity, growth patterns, retention behavior, device preferences, and email effectiveness.</a:t>
            </a:r>
            <a:endParaRPr sz="1300">
              <a:solidFill>
                <a:schemeClr val="dk1"/>
              </a:solidFill>
              <a:latin typeface="Nunito Sans"/>
              <a:ea typeface="Nunito Sans"/>
              <a:cs typeface="Nunito Sans"/>
              <a:sym typeface="Nunito Sans"/>
            </a:endParaRPr>
          </a:p>
          <a:p>
            <a:pPr marL="0" lvl="0" indent="0" algn="l" rtl="0">
              <a:spcBef>
                <a:spcPts val="0"/>
              </a:spcBef>
              <a:spcAft>
                <a:spcPts val="0"/>
              </a:spcAft>
              <a:buNone/>
            </a:pPr>
            <a:endParaRPr sz="13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300">
                <a:solidFill>
                  <a:schemeClr val="dk1"/>
                </a:solidFill>
                <a:latin typeface="Nunito Sans"/>
                <a:ea typeface="Nunito Sans"/>
                <a:cs typeface="Nunito Sans"/>
                <a:sym typeface="Nunito Sans"/>
              </a:rPr>
              <a:t>Using SQL, various business questions are answered through analytical queries. The findings generated from these analyses can help leadership teams make informed decisions regarding resource allocation, operational efficiency, customer engagement strategies, and product improvements. This project demonstrates how SQL can be used to transform raw data into meaningful business intelligence and actionable insights.</a:t>
            </a:r>
            <a:endParaRPr sz="1300">
              <a:solidFill>
                <a:schemeClr val="dk1"/>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47"/>
          <p:cNvSpPr txBox="1">
            <a:spLocks noGrp="1"/>
          </p:cNvSpPr>
          <p:nvPr>
            <p:ph type="title"/>
          </p:nvPr>
        </p:nvSpPr>
        <p:spPr>
          <a:xfrm>
            <a:off x="228600" y="228600"/>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Approach</a:t>
            </a:r>
            <a:endParaRPr/>
          </a:p>
        </p:txBody>
      </p:sp>
      <p:sp>
        <p:nvSpPr>
          <p:cNvPr id="441" name="Google Shape;441;p47"/>
          <p:cNvSpPr txBox="1"/>
          <p:nvPr/>
        </p:nvSpPr>
        <p:spPr>
          <a:xfrm>
            <a:off x="912750" y="1157025"/>
            <a:ext cx="7318500" cy="358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Nunito Sans"/>
                <a:ea typeface="Nunito Sans"/>
                <a:cs typeface="Nunito Sans"/>
                <a:sym typeface="Nunito Sans"/>
              </a:rPr>
              <a:t>The project was executed using a structured analytical approach. Initially, all CSV datasets were imported into MySQL Workbench and validated for consistency. Data cleaning steps included checking date formats, handling duplicates, and understanding relationships among tables.</a:t>
            </a:r>
            <a:endParaRPr sz="1300">
              <a:solidFill>
                <a:schemeClr val="dk1"/>
              </a:solidFill>
              <a:latin typeface="Nunito Sans"/>
              <a:ea typeface="Nunito Sans"/>
              <a:cs typeface="Nunito Sans"/>
              <a:sym typeface="Nunito Sans"/>
            </a:endParaRPr>
          </a:p>
          <a:p>
            <a:pPr marL="0" lvl="0" indent="0" algn="l" rtl="0">
              <a:spcBef>
                <a:spcPts val="0"/>
              </a:spcBef>
              <a:spcAft>
                <a:spcPts val="0"/>
              </a:spcAft>
              <a:buNone/>
            </a:pPr>
            <a:endParaRPr sz="13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300">
                <a:solidFill>
                  <a:schemeClr val="dk1"/>
                </a:solidFill>
                <a:latin typeface="Nunito Sans"/>
                <a:ea typeface="Nunito Sans"/>
                <a:cs typeface="Nunito Sans"/>
                <a:sym typeface="Nunito Sans"/>
              </a:rPr>
              <a:t>For Case Study 1, the job review dataset was analyzed to calculate reviewer productivity, throughput rates, language distribution, and duplicate records. Aggregate functions, window functions, date operations, and grouping techniques were used to derive operational metrics.</a:t>
            </a:r>
            <a:endParaRPr sz="1300">
              <a:solidFill>
                <a:schemeClr val="dk1"/>
              </a:solidFill>
              <a:latin typeface="Nunito Sans"/>
              <a:ea typeface="Nunito Sans"/>
              <a:cs typeface="Nunito Sans"/>
              <a:sym typeface="Nunito Sans"/>
            </a:endParaRPr>
          </a:p>
          <a:p>
            <a:pPr marL="0" lvl="0" indent="0" algn="l" rtl="0">
              <a:spcBef>
                <a:spcPts val="0"/>
              </a:spcBef>
              <a:spcAft>
                <a:spcPts val="0"/>
              </a:spcAft>
              <a:buNone/>
            </a:pPr>
            <a:endParaRPr sz="13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300">
                <a:solidFill>
                  <a:schemeClr val="dk1"/>
                </a:solidFill>
                <a:latin typeface="Nunito Sans"/>
                <a:ea typeface="Nunito Sans"/>
                <a:cs typeface="Nunito Sans"/>
                <a:sym typeface="Nunito Sans"/>
              </a:rPr>
              <a:t>For Case Study 2, user engagement datasets were analyzed to measure weekly activity levels, user acquisition growth, retention behavior, device-based engagement, and email interaction performance. Cohort analysis techniques were used for retention calculations, while weekly aggregation was used to evaluate trends in user engagement.</a:t>
            </a:r>
            <a:endParaRPr sz="1300">
              <a:solidFill>
                <a:schemeClr val="dk1"/>
              </a:solidFill>
              <a:latin typeface="Nunito Sans"/>
              <a:ea typeface="Nunito Sans"/>
              <a:cs typeface="Nunito Sans"/>
              <a:sym typeface="Nunito Sans"/>
            </a:endParaRPr>
          </a:p>
          <a:p>
            <a:pPr marL="0" lvl="0" indent="0" algn="l" rtl="0">
              <a:spcBef>
                <a:spcPts val="0"/>
              </a:spcBef>
              <a:spcAft>
                <a:spcPts val="0"/>
              </a:spcAft>
              <a:buNone/>
            </a:pPr>
            <a:endParaRPr sz="13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300">
                <a:solidFill>
                  <a:schemeClr val="dk1"/>
                </a:solidFill>
                <a:latin typeface="Nunito Sans"/>
                <a:ea typeface="Nunito Sans"/>
                <a:cs typeface="Nunito Sans"/>
                <a:sym typeface="Nunito Sans"/>
              </a:rPr>
              <a:t>Business insights were derived from query outputs and interpreted from an operational perspective. The results help identify areas where user activity is growing, declining, or showing abnormal behavior. This approach mimics real-world operational analytics processes commonly used by organizations such as Microsoft, Google, and Amazon.</a:t>
            </a:r>
            <a:endParaRPr sz="1300">
              <a:solidFill>
                <a:schemeClr val="dk1"/>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8"/>
          <p:cNvSpPr txBox="1">
            <a:spLocks noGrp="1"/>
          </p:cNvSpPr>
          <p:nvPr>
            <p:ph type="title"/>
          </p:nvPr>
        </p:nvSpPr>
        <p:spPr>
          <a:xfrm>
            <a:off x="228600" y="256925"/>
            <a:ext cx="38589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Tech Stack Used</a:t>
            </a:r>
            <a:endParaRPr/>
          </a:p>
        </p:txBody>
      </p:sp>
      <p:sp>
        <p:nvSpPr>
          <p:cNvPr id="447" name="Google Shape;447;p48"/>
          <p:cNvSpPr/>
          <p:nvPr/>
        </p:nvSpPr>
        <p:spPr>
          <a:xfrm rot="188826">
            <a:off x="319974" y="856283"/>
            <a:ext cx="1440087" cy="45350"/>
          </a:xfrm>
          <a:custGeom>
            <a:avLst/>
            <a:gdLst/>
            <a:ahLst/>
            <a:cxnLst/>
            <a:rect l="l" t="t" r="r" b="b"/>
            <a:pathLst>
              <a:path w="57603" h="1814" extrusionOk="0">
                <a:moveTo>
                  <a:pt x="0" y="1814"/>
                </a:moveTo>
                <a:cubicBezTo>
                  <a:pt x="19211" y="1814"/>
                  <a:pt x="38392" y="0"/>
                  <a:pt x="57603" y="0"/>
                </a:cubicBezTo>
              </a:path>
            </a:pathLst>
          </a:custGeom>
          <a:noFill/>
          <a:ln w="19050" cap="flat" cmpd="sng">
            <a:solidFill>
              <a:schemeClr val="lt2"/>
            </a:solidFill>
            <a:prstDash val="solid"/>
            <a:round/>
            <a:headEnd type="none" w="med" len="med"/>
            <a:tailEnd type="none" w="med" len="med"/>
          </a:ln>
        </p:spPr>
        <p:txBody>
          <a:bodyPr/>
          <a:lstStyle/>
          <a:p>
            <a:endParaRPr lang="en-IN"/>
          </a:p>
        </p:txBody>
      </p:sp>
      <p:graphicFrame>
        <p:nvGraphicFramePr>
          <p:cNvPr id="448" name="Google Shape;448;p48"/>
          <p:cNvGraphicFramePr/>
          <p:nvPr/>
        </p:nvGraphicFramePr>
        <p:xfrm>
          <a:off x="952500" y="1466625"/>
          <a:ext cx="7239000" cy="2773470"/>
        </p:xfrm>
        <a:graphic>
          <a:graphicData uri="http://schemas.openxmlformats.org/drawingml/2006/table">
            <a:tbl>
              <a:tblPr>
                <a:noFill/>
                <a:tableStyleId>{0B3515DF-9D70-417F-9062-74501BA69A37}</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b="1">
                          <a:solidFill>
                            <a:schemeClr val="dk1"/>
                          </a:solidFill>
                        </a:rPr>
                        <a:t>Tools</a:t>
                      </a:r>
                      <a:endParaRPr b="1">
                        <a:solidFill>
                          <a:schemeClr val="dk1"/>
                        </a:solidFill>
                      </a:endParaRPr>
                    </a:p>
                  </a:txBody>
                  <a:tcPr marL="91425" marR="91425" marT="91425" marB="91425"/>
                </a:tc>
                <a:tc>
                  <a:txBody>
                    <a:bodyPr/>
                    <a:lstStyle/>
                    <a:p>
                      <a:pPr marL="0" lvl="0" indent="0" algn="ctr" rtl="0">
                        <a:spcBef>
                          <a:spcPts val="0"/>
                        </a:spcBef>
                        <a:spcAft>
                          <a:spcPts val="0"/>
                        </a:spcAft>
                        <a:buNone/>
                      </a:pPr>
                      <a:r>
                        <a:rPr lang="en" b="1">
                          <a:solidFill>
                            <a:schemeClr val="dk1"/>
                          </a:solidFill>
                        </a:rPr>
                        <a:t>Purpose</a:t>
                      </a:r>
                      <a:endParaRPr b="1">
                        <a:solidFill>
                          <a:schemeClr val="dk1"/>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solidFill>
                            <a:schemeClr val="dk1"/>
                          </a:solidFill>
                        </a:rPr>
                        <a:t>MySQL Workbench 8.0</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
                          <a:solidFill>
                            <a:schemeClr val="dk1"/>
                          </a:solidFill>
                        </a:rPr>
                        <a:t>Database creation and SQL analysis</a:t>
                      </a:r>
                      <a:endParaRPr>
                        <a:solidFill>
                          <a:schemeClr val="dk1"/>
                        </a:solidFill>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solidFill>
                            <a:schemeClr val="dk1"/>
                          </a:solidFill>
                        </a:rPr>
                        <a:t>SQL</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
                          <a:solidFill>
                            <a:schemeClr val="dk1"/>
                          </a:solidFill>
                        </a:rPr>
                        <a:t>Data extraction and analytics</a:t>
                      </a:r>
                      <a:endParaRPr>
                        <a:solidFill>
                          <a:schemeClr val="dk1"/>
                        </a:solidFill>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solidFill>
                            <a:schemeClr val="dk1"/>
                          </a:solidFill>
                        </a:rPr>
                        <a:t>CSV Files</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
                          <a:solidFill>
                            <a:schemeClr val="dk1"/>
                          </a:solidFill>
                        </a:rPr>
                        <a:t>Raw data source</a:t>
                      </a:r>
                      <a:endParaRPr>
                        <a:solidFill>
                          <a:schemeClr val="dk1"/>
                        </a:solidFill>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solidFill>
                            <a:schemeClr val="dk1"/>
                          </a:solidFill>
                        </a:rPr>
                        <a:t>Microsoft Excel</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
                          <a:solidFill>
                            <a:schemeClr val="dk1"/>
                          </a:solidFill>
                        </a:rPr>
                        <a:t>Data validation and review</a:t>
                      </a:r>
                      <a:endParaRPr>
                        <a:solidFill>
                          <a:schemeClr val="dk1"/>
                        </a:solidFill>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solidFill>
                            <a:schemeClr val="dk1"/>
                          </a:solidFill>
                        </a:rPr>
                        <a:t>PowerPoint</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
                          <a:solidFill>
                            <a:schemeClr val="dk1"/>
                          </a:solidFill>
                        </a:rPr>
                        <a:t>Presentation of findings</a:t>
                      </a:r>
                      <a:endParaRPr>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solidFill>
                            <a:schemeClr val="dk1"/>
                          </a:solidFill>
                        </a:rPr>
                        <a:t>PDF Report</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
                          <a:solidFill>
                            <a:schemeClr val="dk1"/>
                          </a:solidFill>
                        </a:rPr>
                        <a:t>Final project documentation</a:t>
                      </a:r>
                      <a:endParaRPr>
                        <a:solidFill>
                          <a:schemeClr val="dk1"/>
                        </a:solidFill>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2"/>
        <p:cNvGrpSpPr/>
        <p:nvPr/>
      </p:nvGrpSpPr>
      <p:grpSpPr>
        <a:xfrm>
          <a:off x="0" y="0"/>
          <a:ext cx="0" cy="0"/>
          <a:chOff x="0" y="0"/>
          <a:chExt cx="0" cy="0"/>
        </a:xfrm>
      </p:grpSpPr>
      <p:sp>
        <p:nvSpPr>
          <p:cNvPr id="453" name="Google Shape;453;p49"/>
          <p:cNvSpPr txBox="1"/>
          <p:nvPr/>
        </p:nvSpPr>
        <p:spPr>
          <a:xfrm>
            <a:off x="508350" y="363200"/>
            <a:ext cx="7704000" cy="63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900">
                <a:solidFill>
                  <a:schemeClr val="dk1"/>
                </a:solidFill>
                <a:latin typeface="Poppins Black"/>
                <a:ea typeface="Poppins Black"/>
                <a:cs typeface="Poppins Black"/>
                <a:sym typeface="Poppins Black"/>
              </a:rPr>
              <a:t>Case Study 1: Job Data Analysis</a:t>
            </a:r>
            <a:endParaRPr sz="2900">
              <a:solidFill>
                <a:schemeClr val="dk1"/>
              </a:solidFill>
              <a:latin typeface="Poppins Black"/>
              <a:ea typeface="Poppins Black"/>
              <a:cs typeface="Poppins Black"/>
              <a:sym typeface="Poppins Black"/>
            </a:endParaRPr>
          </a:p>
        </p:txBody>
      </p:sp>
      <p:sp>
        <p:nvSpPr>
          <p:cNvPr id="454" name="Google Shape;454;p49"/>
          <p:cNvSpPr txBox="1"/>
          <p:nvPr/>
        </p:nvSpPr>
        <p:spPr>
          <a:xfrm>
            <a:off x="1440300" y="1648200"/>
            <a:ext cx="62634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Nunito Sans"/>
                <a:ea typeface="Nunito Sans"/>
                <a:cs typeface="Nunito Sans"/>
                <a:sym typeface="Nunito Sans"/>
              </a:rPr>
              <a:t>Working with a table named job_data with the following columns:</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endParaRPr>
              <a:solidFill>
                <a:schemeClr val="dk1"/>
              </a:solidFill>
              <a:latin typeface="Nunito Sans"/>
              <a:ea typeface="Nunito Sans"/>
              <a:cs typeface="Nunito Sans"/>
              <a:sym typeface="Nunito Sans"/>
            </a:endParaRPr>
          </a:p>
          <a:p>
            <a:pPr marL="457200" lvl="0" indent="-317500" algn="l" rtl="0">
              <a:spcBef>
                <a:spcPts val="0"/>
              </a:spcBef>
              <a:spcAft>
                <a:spcPts val="0"/>
              </a:spcAft>
              <a:buClr>
                <a:schemeClr val="dk1"/>
              </a:buClr>
              <a:buSzPts val="1400"/>
              <a:buFont typeface="Nunito Sans"/>
              <a:buChar char="●"/>
            </a:pPr>
            <a:r>
              <a:rPr lang="en">
                <a:solidFill>
                  <a:schemeClr val="dk1"/>
                </a:solidFill>
                <a:latin typeface="Nunito Sans"/>
                <a:ea typeface="Nunito Sans"/>
                <a:cs typeface="Nunito Sans"/>
                <a:sym typeface="Nunito Sans"/>
              </a:rPr>
              <a:t>job_id: Unique identifier of jobs</a:t>
            </a:r>
            <a:endParaRPr>
              <a:solidFill>
                <a:schemeClr val="dk1"/>
              </a:solidFill>
              <a:latin typeface="Nunito Sans"/>
              <a:ea typeface="Nunito Sans"/>
              <a:cs typeface="Nunito Sans"/>
              <a:sym typeface="Nunito Sans"/>
            </a:endParaRPr>
          </a:p>
          <a:p>
            <a:pPr marL="457200" lvl="0" indent="-317500" algn="l" rtl="0">
              <a:spcBef>
                <a:spcPts val="0"/>
              </a:spcBef>
              <a:spcAft>
                <a:spcPts val="0"/>
              </a:spcAft>
              <a:buClr>
                <a:schemeClr val="dk1"/>
              </a:buClr>
              <a:buSzPts val="1400"/>
              <a:buFont typeface="Nunito Sans"/>
              <a:buChar char="●"/>
            </a:pPr>
            <a:r>
              <a:rPr lang="en">
                <a:solidFill>
                  <a:schemeClr val="dk1"/>
                </a:solidFill>
                <a:latin typeface="Nunito Sans"/>
                <a:ea typeface="Nunito Sans"/>
                <a:cs typeface="Nunito Sans"/>
                <a:sym typeface="Nunito Sans"/>
              </a:rPr>
              <a:t>actor_id: Unique identifier of actor</a:t>
            </a:r>
            <a:endParaRPr>
              <a:solidFill>
                <a:schemeClr val="dk1"/>
              </a:solidFill>
              <a:latin typeface="Nunito Sans"/>
              <a:ea typeface="Nunito Sans"/>
              <a:cs typeface="Nunito Sans"/>
              <a:sym typeface="Nunito Sans"/>
            </a:endParaRPr>
          </a:p>
          <a:p>
            <a:pPr marL="457200" lvl="0" indent="-317500" algn="l" rtl="0">
              <a:spcBef>
                <a:spcPts val="0"/>
              </a:spcBef>
              <a:spcAft>
                <a:spcPts val="0"/>
              </a:spcAft>
              <a:buClr>
                <a:schemeClr val="dk1"/>
              </a:buClr>
              <a:buSzPts val="1400"/>
              <a:buFont typeface="Nunito Sans"/>
              <a:buChar char="●"/>
            </a:pPr>
            <a:r>
              <a:rPr lang="en">
                <a:solidFill>
                  <a:schemeClr val="dk1"/>
                </a:solidFill>
                <a:latin typeface="Nunito Sans"/>
                <a:ea typeface="Nunito Sans"/>
                <a:cs typeface="Nunito Sans"/>
                <a:sym typeface="Nunito Sans"/>
              </a:rPr>
              <a:t>event: The type of event (decision/skip/transfer).</a:t>
            </a:r>
            <a:endParaRPr>
              <a:solidFill>
                <a:schemeClr val="dk1"/>
              </a:solidFill>
              <a:latin typeface="Nunito Sans"/>
              <a:ea typeface="Nunito Sans"/>
              <a:cs typeface="Nunito Sans"/>
              <a:sym typeface="Nunito Sans"/>
            </a:endParaRPr>
          </a:p>
          <a:p>
            <a:pPr marL="457200" lvl="0" indent="-317500" algn="l" rtl="0">
              <a:spcBef>
                <a:spcPts val="0"/>
              </a:spcBef>
              <a:spcAft>
                <a:spcPts val="0"/>
              </a:spcAft>
              <a:buClr>
                <a:schemeClr val="dk1"/>
              </a:buClr>
              <a:buSzPts val="1400"/>
              <a:buFont typeface="Nunito Sans"/>
              <a:buChar char="●"/>
            </a:pPr>
            <a:r>
              <a:rPr lang="en">
                <a:solidFill>
                  <a:schemeClr val="dk1"/>
                </a:solidFill>
                <a:latin typeface="Nunito Sans"/>
                <a:ea typeface="Nunito Sans"/>
                <a:cs typeface="Nunito Sans"/>
                <a:sym typeface="Nunito Sans"/>
              </a:rPr>
              <a:t>language: The Language of the content</a:t>
            </a:r>
            <a:endParaRPr>
              <a:solidFill>
                <a:schemeClr val="dk1"/>
              </a:solidFill>
              <a:latin typeface="Nunito Sans"/>
              <a:ea typeface="Nunito Sans"/>
              <a:cs typeface="Nunito Sans"/>
              <a:sym typeface="Nunito Sans"/>
            </a:endParaRPr>
          </a:p>
          <a:p>
            <a:pPr marL="457200" lvl="0" indent="-317500" algn="l" rtl="0">
              <a:spcBef>
                <a:spcPts val="0"/>
              </a:spcBef>
              <a:spcAft>
                <a:spcPts val="0"/>
              </a:spcAft>
              <a:buClr>
                <a:schemeClr val="dk1"/>
              </a:buClr>
              <a:buSzPts val="1400"/>
              <a:buFont typeface="Nunito Sans"/>
              <a:buChar char="●"/>
            </a:pPr>
            <a:r>
              <a:rPr lang="en">
                <a:solidFill>
                  <a:schemeClr val="dk1"/>
                </a:solidFill>
                <a:latin typeface="Nunito Sans"/>
                <a:ea typeface="Nunito Sans"/>
                <a:cs typeface="Nunito Sans"/>
                <a:sym typeface="Nunito Sans"/>
              </a:rPr>
              <a:t>time_spent: Time spent to review the job in seconds.</a:t>
            </a:r>
            <a:endParaRPr>
              <a:solidFill>
                <a:schemeClr val="dk1"/>
              </a:solidFill>
              <a:latin typeface="Nunito Sans"/>
              <a:ea typeface="Nunito Sans"/>
              <a:cs typeface="Nunito Sans"/>
              <a:sym typeface="Nunito Sans"/>
            </a:endParaRPr>
          </a:p>
          <a:p>
            <a:pPr marL="457200" lvl="0" indent="-317500" algn="l" rtl="0">
              <a:spcBef>
                <a:spcPts val="0"/>
              </a:spcBef>
              <a:spcAft>
                <a:spcPts val="0"/>
              </a:spcAft>
              <a:buClr>
                <a:schemeClr val="dk1"/>
              </a:buClr>
              <a:buSzPts val="1400"/>
              <a:buFont typeface="Nunito Sans"/>
              <a:buChar char="●"/>
            </a:pPr>
            <a:r>
              <a:rPr lang="en">
                <a:solidFill>
                  <a:schemeClr val="dk1"/>
                </a:solidFill>
                <a:latin typeface="Nunito Sans"/>
                <a:ea typeface="Nunito Sans"/>
                <a:cs typeface="Nunito Sans"/>
                <a:sym typeface="Nunito Sans"/>
              </a:rPr>
              <a:t>org: The Organization of the actor</a:t>
            </a:r>
            <a:endParaRPr>
              <a:solidFill>
                <a:schemeClr val="dk1"/>
              </a:solidFill>
              <a:latin typeface="Nunito Sans"/>
              <a:ea typeface="Nunito Sans"/>
              <a:cs typeface="Nunito Sans"/>
              <a:sym typeface="Nunito Sans"/>
            </a:endParaRPr>
          </a:p>
          <a:p>
            <a:pPr marL="457200" lvl="0" indent="-317500" algn="l" rtl="0">
              <a:spcBef>
                <a:spcPts val="0"/>
              </a:spcBef>
              <a:spcAft>
                <a:spcPts val="0"/>
              </a:spcAft>
              <a:buClr>
                <a:schemeClr val="dk1"/>
              </a:buClr>
              <a:buSzPts val="1400"/>
              <a:buFont typeface="Nunito Sans"/>
              <a:buChar char="●"/>
            </a:pPr>
            <a:r>
              <a:rPr lang="en">
                <a:solidFill>
                  <a:schemeClr val="dk1"/>
                </a:solidFill>
                <a:latin typeface="Nunito Sans"/>
                <a:ea typeface="Nunito Sans"/>
                <a:cs typeface="Nunito Sans"/>
                <a:sym typeface="Nunito Sans"/>
              </a:rPr>
              <a:t>ds: The date in the format yyyy/mm/dd (stored as text).</a:t>
            </a:r>
            <a:endParaRPr>
              <a:solidFill>
                <a:schemeClr val="dk1"/>
              </a:solidFill>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50"/>
          <p:cNvSpPr txBox="1"/>
          <p:nvPr/>
        </p:nvSpPr>
        <p:spPr>
          <a:xfrm>
            <a:off x="643750" y="439325"/>
            <a:ext cx="62634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a:solidFill>
                  <a:schemeClr val="dk1"/>
                </a:solidFill>
                <a:latin typeface="Poppins"/>
                <a:ea typeface="Poppins"/>
                <a:cs typeface="Poppins"/>
                <a:sym typeface="Poppins"/>
              </a:rPr>
              <a:t>Create Table job_data</a:t>
            </a:r>
            <a:endParaRPr sz="2800" b="1">
              <a:solidFill>
                <a:schemeClr val="dk1"/>
              </a:solidFill>
              <a:latin typeface="Poppins"/>
              <a:ea typeface="Poppins"/>
              <a:cs typeface="Poppins"/>
              <a:sym typeface="Poppins"/>
            </a:endParaRPr>
          </a:p>
        </p:txBody>
      </p:sp>
      <p:sp>
        <p:nvSpPr>
          <p:cNvPr id="460" name="Google Shape;460;p50"/>
          <p:cNvSpPr txBox="1"/>
          <p:nvPr/>
        </p:nvSpPr>
        <p:spPr>
          <a:xfrm>
            <a:off x="1440300" y="2084525"/>
            <a:ext cx="6263400" cy="1800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latin typeface="Nunito Sans"/>
                <a:ea typeface="Nunito Sans"/>
                <a:cs typeface="Nunito Sans"/>
                <a:sym typeface="Nunito Sans"/>
              </a:rPr>
              <a:t>Create table job_data (ds date, </a:t>
            </a:r>
            <a:endParaRPr sz="15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500">
                <a:solidFill>
                  <a:schemeClr val="dk1"/>
                </a:solidFill>
                <a:latin typeface="Nunito Sans"/>
                <a:ea typeface="Nunito Sans"/>
                <a:cs typeface="Nunito Sans"/>
                <a:sym typeface="Nunito Sans"/>
              </a:rPr>
              <a:t>job_id int not null, </a:t>
            </a:r>
            <a:endParaRPr sz="15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500">
                <a:solidFill>
                  <a:schemeClr val="dk1"/>
                </a:solidFill>
                <a:latin typeface="Nunito Sans"/>
                <a:ea typeface="Nunito Sans"/>
                <a:cs typeface="Nunito Sans"/>
                <a:sym typeface="Nunito Sans"/>
              </a:rPr>
              <a:t>actor_id int not null, </a:t>
            </a:r>
            <a:endParaRPr sz="15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500">
                <a:solidFill>
                  <a:schemeClr val="dk1"/>
                </a:solidFill>
                <a:latin typeface="Nunito Sans"/>
                <a:ea typeface="Nunito Sans"/>
                <a:cs typeface="Nunito Sans"/>
                <a:sym typeface="Nunito Sans"/>
              </a:rPr>
              <a:t>event varchar(20) not null, </a:t>
            </a:r>
            <a:endParaRPr sz="15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500">
                <a:solidFill>
                  <a:schemeClr val="dk1"/>
                </a:solidFill>
                <a:latin typeface="Nunito Sans"/>
                <a:ea typeface="Nunito Sans"/>
                <a:cs typeface="Nunito Sans"/>
                <a:sym typeface="Nunito Sans"/>
              </a:rPr>
              <a:t>language varchar(20) not null, </a:t>
            </a:r>
            <a:endParaRPr sz="15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500">
                <a:solidFill>
                  <a:schemeClr val="dk1"/>
                </a:solidFill>
                <a:latin typeface="Nunito Sans"/>
                <a:ea typeface="Nunito Sans"/>
                <a:cs typeface="Nunito Sans"/>
                <a:sym typeface="Nunito Sans"/>
              </a:rPr>
              <a:t>time_spent int not null,</a:t>
            </a:r>
            <a:endParaRPr sz="15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500">
                <a:solidFill>
                  <a:schemeClr val="dk1"/>
                </a:solidFill>
                <a:latin typeface="Nunito Sans"/>
                <a:ea typeface="Nunito Sans"/>
                <a:cs typeface="Nunito Sans"/>
                <a:sym typeface="Nunito Sans"/>
              </a:rPr>
              <a:t>org char(2));</a:t>
            </a:r>
            <a:endParaRPr sz="1500">
              <a:solidFill>
                <a:schemeClr val="dk1"/>
              </a:solidFill>
              <a:latin typeface="Nunito Sans"/>
              <a:ea typeface="Nunito Sans"/>
              <a:cs typeface="Nunito Sans"/>
              <a:sym typeface="Nunito Sans"/>
            </a:endParaRPr>
          </a:p>
        </p:txBody>
      </p:sp>
      <p:sp>
        <p:nvSpPr>
          <p:cNvPr id="461" name="Google Shape;461;p50"/>
          <p:cNvSpPr/>
          <p:nvPr/>
        </p:nvSpPr>
        <p:spPr>
          <a:xfrm>
            <a:off x="1230950" y="1578300"/>
            <a:ext cx="1359300" cy="44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51"/>
          <p:cNvSpPr txBox="1">
            <a:spLocks noGrp="1"/>
          </p:cNvSpPr>
          <p:nvPr>
            <p:ph type="title"/>
          </p:nvPr>
        </p:nvSpPr>
        <p:spPr>
          <a:xfrm>
            <a:off x="228600" y="256925"/>
            <a:ext cx="6574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Insert Data Into job_data Table</a:t>
            </a:r>
            <a:endParaRPr/>
          </a:p>
        </p:txBody>
      </p:sp>
      <p:sp>
        <p:nvSpPr>
          <p:cNvPr id="467" name="Google Shape;467;p51"/>
          <p:cNvSpPr txBox="1"/>
          <p:nvPr/>
        </p:nvSpPr>
        <p:spPr>
          <a:xfrm>
            <a:off x="861225" y="1736250"/>
            <a:ext cx="62634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Nunito Sans"/>
                <a:ea typeface="Nunito Sans"/>
                <a:cs typeface="Nunito Sans"/>
                <a:sym typeface="Nunito Sans"/>
              </a:rPr>
              <a:t>INSERT INTO job_data </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(ds, job_id, actor_id, event, language, time_spent, org)</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VALUES </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('2020-11-30', 21, 1001, 'skip', 'English', 15, 'A'),</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('2020-11-30', 22, 1006, 'transfer', 'Arabic', 25, 'B'),</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('2020-11-29', 23, 1003, 'decision', 'Persian', 20, 'C'),</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('2020-11-28', 24, 1005, 'transfer', 'Persian', 22, 'D'),</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('2020-11-28', 25, 1002, 'decision', 'Hindi', 11, 'B'),</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('2020-11-27', 11, 1007, 'decision', 'French', 104, 'D'),</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('2020-11-26', 23, 1004, 'skip', 'Persian', 56, 'A'),</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('2020-11-25', 20, 1003, 'transfer', 'Italian', 45, 'A');</a:t>
            </a:r>
            <a:endParaRPr>
              <a:solidFill>
                <a:schemeClr val="dk1"/>
              </a:solidFill>
              <a:latin typeface="Nunito Sans"/>
              <a:ea typeface="Nunito Sans"/>
              <a:cs typeface="Nunito Sans"/>
              <a:sym typeface="Nunito Sans"/>
            </a:endParaRPr>
          </a:p>
        </p:txBody>
      </p:sp>
      <p:sp>
        <p:nvSpPr>
          <p:cNvPr id="468" name="Google Shape;468;p51"/>
          <p:cNvSpPr/>
          <p:nvPr/>
        </p:nvSpPr>
        <p:spPr>
          <a:xfrm>
            <a:off x="719875" y="1137600"/>
            <a:ext cx="1359300" cy="44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52"/>
          <p:cNvSpPr txBox="1">
            <a:spLocks noGrp="1"/>
          </p:cNvSpPr>
          <p:nvPr>
            <p:ph type="title"/>
          </p:nvPr>
        </p:nvSpPr>
        <p:spPr>
          <a:xfrm>
            <a:off x="228600" y="256925"/>
            <a:ext cx="57072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Task 1: Jobs Reviewed Over Time</a:t>
            </a:r>
            <a:endParaRPr/>
          </a:p>
        </p:txBody>
      </p:sp>
      <p:sp>
        <p:nvSpPr>
          <p:cNvPr id="474" name="Google Shape;474;p52"/>
          <p:cNvSpPr txBox="1">
            <a:spLocks noGrp="1"/>
          </p:cNvSpPr>
          <p:nvPr>
            <p:ph type="body" idx="1"/>
          </p:nvPr>
        </p:nvSpPr>
        <p:spPr>
          <a:xfrm>
            <a:off x="489575" y="1762975"/>
            <a:ext cx="3351600" cy="30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Select AVG(t) AS 'avg jobs reviewed per day per hour',</a:t>
            </a:r>
            <a:endParaRPr/>
          </a:p>
          <a:p>
            <a:pPr marL="0" lvl="0" indent="0" algn="l" rtl="0">
              <a:spcBef>
                <a:spcPts val="0"/>
              </a:spcBef>
              <a:spcAft>
                <a:spcPts val="0"/>
              </a:spcAft>
              <a:buNone/>
            </a:pPr>
            <a:r>
              <a:rPr lang="en"/>
              <a:t>AVG(p) AS 'avg jobs reviewed per day per second'</a:t>
            </a:r>
            <a:endParaRPr/>
          </a:p>
          <a:p>
            <a:pPr marL="0" lvl="0" indent="0" algn="l" rtl="0">
              <a:spcBef>
                <a:spcPts val="0"/>
              </a:spcBef>
              <a:spcAft>
                <a:spcPts val="0"/>
              </a:spcAft>
              <a:buNone/>
            </a:pPr>
            <a:r>
              <a:rPr lang="en"/>
              <a:t>FROM (Select DS, ((COUNT(job_id)*3600)/SUM(time_spent)) AS t,</a:t>
            </a:r>
            <a:endParaRPr/>
          </a:p>
          <a:p>
            <a:pPr marL="0" lvl="0" indent="0" algn="l" rtl="0">
              <a:spcBef>
                <a:spcPts val="0"/>
              </a:spcBef>
              <a:spcAft>
                <a:spcPts val="0"/>
              </a:spcAft>
              <a:buNone/>
            </a:pPr>
            <a:r>
              <a:rPr lang="en"/>
              <a:t>((COUNT(job_id))/SUM(time_spent)) AS p</a:t>
            </a:r>
            <a:endParaRPr/>
          </a:p>
          <a:p>
            <a:pPr marL="0" lvl="0" indent="0" algn="l" rtl="0">
              <a:spcBef>
                <a:spcPts val="0"/>
              </a:spcBef>
              <a:spcAft>
                <a:spcPts val="0"/>
              </a:spcAft>
              <a:buNone/>
            </a:pPr>
            <a:r>
              <a:rPr lang="en"/>
              <a:t>FROM job_data</a:t>
            </a:r>
            <a:endParaRPr/>
          </a:p>
          <a:p>
            <a:pPr marL="0" lvl="0" indent="0" algn="l" rtl="0">
              <a:spcBef>
                <a:spcPts val="0"/>
              </a:spcBef>
              <a:spcAft>
                <a:spcPts val="0"/>
              </a:spcAft>
              <a:buNone/>
            </a:pPr>
            <a:r>
              <a:rPr lang="en"/>
              <a:t>Where Month(ds)= 11</a:t>
            </a:r>
            <a:endParaRPr/>
          </a:p>
          <a:p>
            <a:pPr marL="0" lvl="0" indent="0" algn="l" rtl="0">
              <a:spcBef>
                <a:spcPts val="0"/>
              </a:spcBef>
              <a:spcAft>
                <a:spcPts val="0"/>
              </a:spcAft>
              <a:buNone/>
            </a:pPr>
            <a:r>
              <a:rPr lang="en"/>
              <a:t>Group by ds) a;</a:t>
            </a:r>
            <a:endParaRPr/>
          </a:p>
        </p:txBody>
      </p:sp>
      <p:pic>
        <p:nvPicPr>
          <p:cNvPr id="475" name="Google Shape;475;p52"/>
          <p:cNvPicPr preferRelativeResize="0"/>
          <p:nvPr/>
        </p:nvPicPr>
        <p:blipFill>
          <a:blip r:embed="rId3">
            <a:alphaModFix/>
          </a:blip>
          <a:stretch>
            <a:fillRect/>
          </a:stretch>
        </p:blipFill>
        <p:spPr>
          <a:xfrm>
            <a:off x="4275750" y="1401675"/>
            <a:ext cx="4360550" cy="1410825"/>
          </a:xfrm>
          <a:prstGeom prst="rect">
            <a:avLst/>
          </a:prstGeom>
          <a:noFill/>
          <a:ln>
            <a:noFill/>
          </a:ln>
        </p:spPr>
      </p:pic>
      <p:sp>
        <p:nvSpPr>
          <p:cNvPr id="476" name="Google Shape;476;p52"/>
          <p:cNvSpPr txBox="1"/>
          <p:nvPr/>
        </p:nvSpPr>
        <p:spPr>
          <a:xfrm>
            <a:off x="4275750" y="3065225"/>
            <a:ext cx="4695600" cy="186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chemeClr val="dk1"/>
                </a:solidFill>
                <a:latin typeface="Nunito Sans"/>
                <a:ea typeface="Nunito Sans"/>
                <a:cs typeface="Nunito Sans"/>
                <a:sym typeface="Nunito Sans"/>
              </a:rPr>
              <a:t>Insights</a:t>
            </a:r>
            <a:endParaRPr sz="1300" b="1">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Highest reviewer productivity occurred on 28-Nov-2020.</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Productivity exceeded 218 jobs per hour.</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Lowest productivity occurred on 27-Nov-2020.</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The large variation indicates workload complexity differed across days.</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Operational managers should investigate factors contributing to higher efficiency on 28-Nov.</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endParaRPr sz="1200">
              <a:solidFill>
                <a:schemeClr val="dk1"/>
              </a:solidFill>
              <a:latin typeface="Nunito Sans"/>
              <a:ea typeface="Nunito Sans"/>
              <a:cs typeface="Nunito Sans"/>
              <a:sym typeface="Nunito Sans"/>
            </a:endParaRPr>
          </a:p>
        </p:txBody>
      </p:sp>
      <p:sp>
        <p:nvSpPr>
          <p:cNvPr id="477" name="Google Shape;477;p52"/>
          <p:cNvSpPr/>
          <p:nvPr/>
        </p:nvSpPr>
        <p:spPr>
          <a:xfrm>
            <a:off x="404500" y="1355100"/>
            <a:ext cx="1359300" cy="35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3"/>
          <p:cNvSpPr txBox="1">
            <a:spLocks noGrp="1"/>
          </p:cNvSpPr>
          <p:nvPr>
            <p:ph type="title"/>
          </p:nvPr>
        </p:nvSpPr>
        <p:spPr>
          <a:xfrm>
            <a:off x="228600" y="256925"/>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Task 2: Throughput Analysis</a:t>
            </a:r>
            <a:endParaRPr/>
          </a:p>
        </p:txBody>
      </p:sp>
      <p:sp>
        <p:nvSpPr>
          <p:cNvPr id="483" name="Google Shape;483;p53"/>
          <p:cNvSpPr txBox="1">
            <a:spLocks noGrp="1"/>
          </p:cNvSpPr>
          <p:nvPr>
            <p:ph type="body" idx="1"/>
          </p:nvPr>
        </p:nvSpPr>
        <p:spPr>
          <a:xfrm>
            <a:off x="437150" y="1385525"/>
            <a:ext cx="4177500" cy="223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Select Round(Count(event)/Sum(time_spent), 2) AS 'Weekly Throughput' FROM job_data;</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Select ds as Dates, Round(Count(event)/Sum(time_spent),2) AS 'Daily Throughput' </a:t>
            </a:r>
            <a:endParaRPr sz="1400"/>
          </a:p>
          <a:p>
            <a:pPr marL="0" lvl="0" indent="0" algn="l" rtl="0">
              <a:spcBef>
                <a:spcPts val="0"/>
              </a:spcBef>
              <a:spcAft>
                <a:spcPts val="0"/>
              </a:spcAft>
              <a:buNone/>
            </a:pPr>
            <a:r>
              <a:rPr lang="en" sz="1400"/>
              <a:t>From job_data</a:t>
            </a:r>
            <a:endParaRPr sz="1400"/>
          </a:p>
          <a:p>
            <a:pPr marL="0" lvl="0" indent="0" algn="l" rtl="0">
              <a:spcBef>
                <a:spcPts val="0"/>
              </a:spcBef>
              <a:spcAft>
                <a:spcPts val="0"/>
              </a:spcAft>
              <a:buNone/>
            </a:pPr>
            <a:r>
              <a:rPr lang="en" sz="1400"/>
              <a:t>Group by ds</a:t>
            </a:r>
            <a:endParaRPr sz="1400"/>
          </a:p>
          <a:p>
            <a:pPr marL="0" lvl="0" indent="0" algn="l" rtl="0">
              <a:spcBef>
                <a:spcPts val="0"/>
              </a:spcBef>
              <a:spcAft>
                <a:spcPts val="0"/>
              </a:spcAft>
              <a:buNone/>
            </a:pPr>
            <a:r>
              <a:rPr lang="en" sz="1400"/>
              <a:t>Order by ds;</a:t>
            </a:r>
            <a:endParaRPr sz="1400"/>
          </a:p>
        </p:txBody>
      </p:sp>
      <p:pic>
        <p:nvPicPr>
          <p:cNvPr id="484" name="Google Shape;484;p53"/>
          <p:cNvPicPr preferRelativeResize="0"/>
          <p:nvPr/>
        </p:nvPicPr>
        <p:blipFill>
          <a:blip r:embed="rId3">
            <a:alphaModFix/>
          </a:blip>
          <a:stretch>
            <a:fillRect/>
          </a:stretch>
        </p:blipFill>
        <p:spPr>
          <a:xfrm>
            <a:off x="5536625" y="1076817"/>
            <a:ext cx="2619375" cy="1200250"/>
          </a:xfrm>
          <a:prstGeom prst="rect">
            <a:avLst/>
          </a:prstGeom>
          <a:noFill/>
          <a:ln>
            <a:noFill/>
          </a:ln>
        </p:spPr>
      </p:pic>
      <p:sp>
        <p:nvSpPr>
          <p:cNvPr id="485" name="Google Shape;485;p53"/>
          <p:cNvSpPr txBox="1"/>
          <p:nvPr/>
        </p:nvSpPr>
        <p:spPr>
          <a:xfrm>
            <a:off x="437150" y="3625327"/>
            <a:ext cx="44454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Nunito Sans"/>
                <a:ea typeface="Nunito Sans"/>
                <a:cs typeface="Nunito Sans"/>
                <a:sym typeface="Nunito Sans"/>
              </a:rPr>
              <a:t>Insights</a:t>
            </a:r>
            <a:endParaRPr b="1">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Throughput increased significantly after 27-Nov.</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Throughput peaked on 28-Nov.</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Daily throughput fluctuates heavily.</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The 7-day rolling average smooths short-term variations.</a:t>
            </a:r>
            <a:endParaRPr sz="1200">
              <a:solidFill>
                <a:schemeClr val="dk1"/>
              </a:solidFill>
              <a:latin typeface="Nunito Sans"/>
              <a:ea typeface="Nunito Sans"/>
              <a:cs typeface="Nunito Sans"/>
              <a:sym typeface="Nunito Sans"/>
            </a:endParaRPr>
          </a:p>
        </p:txBody>
      </p:sp>
      <p:pic>
        <p:nvPicPr>
          <p:cNvPr id="486" name="Google Shape;486;p53"/>
          <p:cNvPicPr preferRelativeResize="0"/>
          <p:nvPr/>
        </p:nvPicPr>
        <p:blipFill>
          <a:blip r:embed="rId4">
            <a:alphaModFix/>
          </a:blip>
          <a:stretch>
            <a:fillRect/>
          </a:stretch>
        </p:blipFill>
        <p:spPr>
          <a:xfrm>
            <a:off x="5490996" y="2571750"/>
            <a:ext cx="2819400" cy="2021525"/>
          </a:xfrm>
          <a:prstGeom prst="rect">
            <a:avLst/>
          </a:prstGeom>
          <a:noFill/>
          <a:ln>
            <a:noFill/>
          </a:ln>
        </p:spPr>
      </p:pic>
      <p:sp>
        <p:nvSpPr>
          <p:cNvPr id="487" name="Google Shape;487;p53"/>
          <p:cNvSpPr/>
          <p:nvPr/>
        </p:nvSpPr>
        <p:spPr>
          <a:xfrm>
            <a:off x="348225" y="939125"/>
            <a:ext cx="1359300" cy="44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4"/>
          <p:cNvSpPr txBox="1">
            <a:spLocks noGrp="1"/>
          </p:cNvSpPr>
          <p:nvPr>
            <p:ph type="title" idx="6"/>
          </p:nvPr>
        </p:nvSpPr>
        <p:spPr>
          <a:xfrm>
            <a:off x="228600" y="369300"/>
            <a:ext cx="57606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800"/>
              <a:t>Task 3: Language Share Analysis</a:t>
            </a:r>
            <a:endParaRPr sz="2800"/>
          </a:p>
        </p:txBody>
      </p:sp>
      <p:sp>
        <p:nvSpPr>
          <p:cNvPr id="493" name="Google Shape;493;p54"/>
          <p:cNvSpPr txBox="1"/>
          <p:nvPr/>
        </p:nvSpPr>
        <p:spPr>
          <a:xfrm>
            <a:off x="545875" y="1941725"/>
            <a:ext cx="3381900" cy="169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Nunito Sans"/>
                <a:ea typeface="Nunito Sans"/>
                <a:cs typeface="Nunito Sans"/>
                <a:sym typeface="Nunito Sans"/>
              </a:rPr>
              <a:t>Select language as Languages, Round(100*Count(*)/total, 2) AS Percentage, sub.total</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From job_data</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Cross join (Select count(*) as total From job_data) AS sub</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Group by language, sub.total;</a:t>
            </a:r>
            <a:endParaRPr>
              <a:solidFill>
                <a:schemeClr val="dk1"/>
              </a:solidFill>
              <a:latin typeface="Nunito Sans"/>
              <a:ea typeface="Nunito Sans"/>
              <a:cs typeface="Nunito Sans"/>
              <a:sym typeface="Nunito Sans"/>
            </a:endParaRPr>
          </a:p>
        </p:txBody>
      </p:sp>
      <p:sp>
        <p:nvSpPr>
          <p:cNvPr id="494" name="Google Shape;494;p54"/>
          <p:cNvSpPr txBox="1"/>
          <p:nvPr/>
        </p:nvSpPr>
        <p:spPr>
          <a:xfrm>
            <a:off x="1165725" y="3634925"/>
            <a:ext cx="6263400" cy="1139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Nunito Sans"/>
                <a:ea typeface="Nunito Sans"/>
                <a:cs typeface="Nunito Sans"/>
                <a:sym typeface="Nunito Sans"/>
              </a:rPr>
              <a:t>Insights</a:t>
            </a:r>
            <a:endParaRPr b="1">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Persian content dominates review operations.</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Persian accounts for nearly 38% of jobs.</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Remaining languages contribute equally.</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Resource planning should allocate more reviewers proficient in Persian.</a:t>
            </a:r>
            <a:endParaRPr sz="1200">
              <a:solidFill>
                <a:schemeClr val="dk1"/>
              </a:solidFill>
              <a:latin typeface="Nunito Sans"/>
              <a:ea typeface="Nunito Sans"/>
              <a:cs typeface="Nunito Sans"/>
              <a:sym typeface="Nunito Sans"/>
            </a:endParaRPr>
          </a:p>
        </p:txBody>
      </p:sp>
      <p:pic>
        <p:nvPicPr>
          <p:cNvPr id="495" name="Google Shape;495;p54"/>
          <p:cNvPicPr preferRelativeResize="0"/>
          <p:nvPr/>
        </p:nvPicPr>
        <p:blipFill>
          <a:blip r:embed="rId3">
            <a:alphaModFix/>
          </a:blip>
          <a:stretch>
            <a:fillRect/>
          </a:stretch>
        </p:blipFill>
        <p:spPr>
          <a:xfrm>
            <a:off x="5498288" y="1598205"/>
            <a:ext cx="2714625" cy="1838325"/>
          </a:xfrm>
          <a:prstGeom prst="rect">
            <a:avLst/>
          </a:prstGeom>
          <a:noFill/>
          <a:ln>
            <a:noFill/>
          </a:ln>
        </p:spPr>
      </p:pic>
      <p:sp>
        <p:nvSpPr>
          <p:cNvPr id="496" name="Google Shape;496;p54"/>
          <p:cNvSpPr/>
          <p:nvPr/>
        </p:nvSpPr>
        <p:spPr>
          <a:xfrm>
            <a:off x="458875" y="1578300"/>
            <a:ext cx="1359300" cy="317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55"/>
          <p:cNvSpPr txBox="1">
            <a:spLocks noGrp="1"/>
          </p:cNvSpPr>
          <p:nvPr>
            <p:ph type="title" idx="8"/>
          </p:nvPr>
        </p:nvSpPr>
        <p:spPr>
          <a:xfrm>
            <a:off x="228600" y="228600"/>
            <a:ext cx="57606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800">
                <a:solidFill>
                  <a:schemeClr val="dk1"/>
                </a:solidFill>
              </a:rPr>
              <a:t>Task 4: Duplicate Rows Detection</a:t>
            </a:r>
            <a:endParaRPr sz="2800">
              <a:solidFill>
                <a:schemeClr val="dk1"/>
              </a:solidFill>
            </a:endParaRPr>
          </a:p>
        </p:txBody>
      </p:sp>
      <p:sp>
        <p:nvSpPr>
          <p:cNvPr id="502" name="Google Shape;502;p55"/>
          <p:cNvSpPr/>
          <p:nvPr/>
        </p:nvSpPr>
        <p:spPr>
          <a:xfrm rot="-237740">
            <a:off x="1054329" y="704579"/>
            <a:ext cx="1471261" cy="85049"/>
          </a:xfrm>
          <a:custGeom>
            <a:avLst/>
            <a:gdLst/>
            <a:ahLst/>
            <a:cxnLst/>
            <a:rect l="l" t="t" r="r" b="b"/>
            <a:pathLst>
              <a:path w="58851" h="3402" extrusionOk="0">
                <a:moveTo>
                  <a:pt x="0" y="0"/>
                </a:moveTo>
                <a:cubicBezTo>
                  <a:pt x="19650" y="0"/>
                  <a:pt x="39452" y="273"/>
                  <a:pt x="58851" y="3402"/>
                </a:cubicBezTo>
              </a:path>
            </a:pathLst>
          </a:custGeom>
          <a:noFill/>
          <a:ln w="9525" cap="flat" cmpd="sng">
            <a:solidFill>
              <a:schemeClr val="accent1"/>
            </a:solidFill>
            <a:prstDash val="solid"/>
            <a:round/>
            <a:headEnd type="none" w="med" len="med"/>
            <a:tailEnd type="none" w="med" len="med"/>
          </a:ln>
        </p:spPr>
        <p:txBody>
          <a:bodyPr/>
          <a:lstStyle/>
          <a:p>
            <a:endParaRPr lang="en-IN"/>
          </a:p>
        </p:txBody>
      </p:sp>
      <p:sp>
        <p:nvSpPr>
          <p:cNvPr id="503" name="Google Shape;503;p55"/>
          <p:cNvSpPr txBox="1"/>
          <p:nvPr/>
        </p:nvSpPr>
        <p:spPr>
          <a:xfrm>
            <a:off x="595275" y="2254450"/>
            <a:ext cx="31428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Select actor_id, Count(*) AS Duplicates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From job_data</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Group by actor_id having Count(*)&gt;1;</a:t>
            </a:r>
            <a:endParaRPr sz="1200">
              <a:solidFill>
                <a:schemeClr val="dk1"/>
              </a:solidFill>
              <a:latin typeface="Nunito Sans"/>
              <a:ea typeface="Nunito Sans"/>
              <a:cs typeface="Nunito Sans"/>
              <a:sym typeface="Nunito Sans"/>
            </a:endParaRPr>
          </a:p>
        </p:txBody>
      </p:sp>
      <p:pic>
        <p:nvPicPr>
          <p:cNvPr id="504" name="Google Shape;504;p55"/>
          <p:cNvPicPr preferRelativeResize="0"/>
          <p:nvPr/>
        </p:nvPicPr>
        <p:blipFill>
          <a:blip r:embed="rId3">
            <a:alphaModFix/>
          </a:blip>
          <a:stretch>
            <a:fillRect/>
          </a:stretch>
        </p:blipFill>
        <p:spPr>
          <a:xfrm>
            <a:off x="5736000" y="1996198"/>
            <a:ext cx="2133600" cy="885825"/>
          </a:xfrm>
          <a:prstGeom prst="rect">
            <a:avLst/>
          </a:prstGeom>
          <a:noFill/>
          <a:ln>
            <a:noFill/>
          </a:ln>
        </p:spPr>
      </p:pic>
      <p:sp>
        <p:nvSpPr>
          <p:cNvPr id="505" name="Google Shape;505;p55"/>
          <p:cNvSpPr txBox="1"/>
          <p:nvPr/>
        </p:nvSpPr>
        <p:spPr>
          <a:xfrm>
            <a:off x="1002600" y="3223125"/>
            <a:ext cx="62634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Nunito Sans"/>
                <a:ea typeface="Nunito Sans"/>
                <a:cs typeface="Nunito Sans"/>
                <a:sym typeface="Nunito Sans"/>
              </a:rPr>
              <a:t>Insights</a:t>
            </a:r>
            <a:endParaRPr b="1">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Two duplicates has been found in the data.</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Actor id 1003 can be seen in two different rows.</a:t>
            </a:r>
            <a:endParaRPr sz="1200">
              <a:solidFill>
                <a:schemeClr val="dk1"/>
              </a:solidFill>
              <a:latin typeface="Nunito Sans"/>
              <a:ea typeface="Nunito Sans"/>
              <a:cs typeface="Nunito Sans"/>
              <a:sym typeface="Nunito Sans"/>
            </a:endParaRPr>
          </a:p>
        </p:txBody>
      </p:sp>
      <p:sp>
        <p:nvSpPr>
          <p:cNvPr id="506" name="Google Shape;506;p55"/>
          <p:cNvSpPr/>
          <p:nvPr/>
        </p:nvSpPr>
        <p:spPr>
          <a:xfrm>
            <a:off x="480625" y="1578300"/>
            <a:ext cx="1359300" cy="44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56"/>
          <p:cNvSpPr txBox="1">
            <a:spLocks noGrp="1"/>
          </p:cNvSpPr>
          <p:nvPr>
            <p:ph type="title" idx="19"/>
          </p:nvPr>
        </p:nvSpPr>
        <p:spPr>
          <a:xfrm>
            <a:off x="245850" y="326450"/>
            <a:ext cx="56349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800">
                <a:solidFill>
                  <a:schemeClr val="dk1"/>
                </a:solidFill>
              </a:rPr>
              <a:t>CASE STUDY 2: INVESTIGATING METRIC SPIKE</a:t>
            </a:r>
            <a:endParaRPr sz="2800">
              <a:solidFill>
                <a:schemeClr val="dk1"/>
              </a:solidFill>
            </a:endParaRPr>
          </a:p>
        </p:txBody>
      </p:sp>
      <p:sp>
        <p:nvSpPr>
          <p:cNvPr id="512" name="Google Shape;512;p56"/>
          <p:cNvSpPr txBox="1"/>
          <p:nvPr/>
        </p:nvSpPr>
        <p:spPr>
          <a:xfrm>
            <a:off x="513250" y="2506650"/>
            <a:ext cx="19791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Create table users(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user_id int,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created_at varchar(100),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company_id int,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language varchar(50),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activated_at varchar(100),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state varchar(50)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a:t>
            </a:r>
            <a:endParaRPr sz="1200">
              <a:solidFill>
                <a:schemeClr val="dk1"/>
              </a:solidFill>
              <a:latin typeface="Nunito Sans"/>
              <a:ea typeface="Nunito Sans"/>
              <a:cs typeface="Nunito Sans"/>
              <a:sym typeface="Nunito Sans"/>
            </a:endParaRPr>
          </a:p>
        </p:txBody>
      </p:sp>
      <p:sp>
        <p:nvSpPr>
          <p:cNvPr id="513" name="Google Shape;513;p56"/>
          <p:cNvSpPr txBox="1"/>
          <p:nvPr/>
        </p:nvSpPr>
        <p:spPr>
          <a:xfrm>
            <a:off x="3329675" y="2571750"/>
            <a:ext cx="2142300" cy="203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Create Table events (</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user_id int,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occured_at varchar(100),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event_type varchar(50),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event_name varchar(100),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location varchar(50),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device varchar(50),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user_type int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endParaRPr sz="1200">
              <a:solidFill>
                <a:schemeClr val="dk1"/>
              </a:solidFill>
              <a:latin typeface="Nunito Sans"/>
              <a:ea typeface="Nunito Sans"/>
              <a:cs typeface="Nunito Sans"/>
              <a:sym typeface="Nunito Sans"/>
            </a:endParaRPr>
          </a:p>
        </p:txBody>
      </p:sp>
      <p:sp>
        <p:nvSpPr>
          <p:cNvPr id="514" name="Google Shape;514;p56"/>
          <p:cNvSpPr txBox="1"/>
          <p:nvPr/>
        </p:nvSpPr>
        <p:spPr>
          <a:xfrm>
            <a:off x="6073200" y="2571750"/>
            <a:ext cx="21423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Create table email_events(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user_id int,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occured_at varchar(100),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action varchar(100),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user_type int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a:t>
            </a:r>
            <a:endParaRPr sz="1200">
              <a:solidFill>
                <a:schemeClr val="dk1"/>
              </a:solidFill>
              <a:latin typeface="Nunito Sans"/>
              <a:ea typeface="Nunito Sans"/>
              <a:cs typeface="Nunito Sans"/>
              <a:sym typeface="Nunito Sans"/>
            </a:endParaRPr>
          </a:p>
        </p:txBody>
      </p:sp>
      <p:sp>
        <p:nvSpPr>
          <p:cNvPr id="515" name="Google Shape;515;p56"/>
          <p:cNvSpPr/>
          <p:nvPr/>
        </p:nvSpPr>
        <p:spPr>
          <a:xfrm>
            <a:off x="600250" y="1885675"/>
            <a:ext cx="1435500" cy="438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latin typeface="Nunito Sans"/>
                <a:ea typeface="Nunito Sans"/>
                <a:cs typeface="Nunito Sans"/>
                <a:sym typeface="Nunito Sans"/>
              </a:rPr>
              <a:t>USER TABLE</a:t>
            </a:r>
            <a:endParaRPr sz="1500" b="1">
              <a:latin typeface="Nunito Sans"/>
              <a:ea typeface="Nunito Sans"/>
              <a:cs typeface="Nunito Sans"/>
              <a:sym typeface="Nunito Sans"/>
            </a:endParaRPr>
          </a:p>
        </p:txBody>
      </p:sp>
      <p:sp>
        <p:nvSpPr>
          <p:cNvPr id="516" name="Google Shape;516;p56"/>
          <p:cNvSpPr/>
          <p:nvPr/>
        </p:nvSpPr>
        <p:spPr>
          <a:xfrm>
            <a:off x="3286175" y="1885575"/>
            <a:ext cx="1772400" cy="438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latin typeface="Nunito Sans"/>
                <a:ea typeface="Nunito Sans"/>
                <a:cs typeface="Nunito Sans"/>
                <a:sym typeface="Nunito Sans"/>
              </a:rPr>
              <a:t>EVENTS TABLE</a:t>
            </a:r>
            <a:endParaRPr sz="1500" b="1">
              <a:latin typeface="Nunito Sans"/>
              <a:ea typeface="Nunito Sans"/>
              <a:cs typeface="Nunito Sans"/>
              <a:sym typeface="Nunito Sans"/>
            </a:endParaRPr>
          </a:p>
        </p:txBody>
      </p:sp>
      <p:sp>
        <p:nvSpPr>
          <p:cNvPr id="517" name="Google Shape;517;p56"/>
          <p:cNvSpPr/>
          <p:nvPr/>
        </p:nvSpPr>
        <p:spPr>
          <a:xfrm>
            <a:off x="6073200" y="1885575"/>
            <a:ext cx="2400000" cy="438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latin typeface="Nunito Sans"/>
                <a:ea typeface="Nunito Sans"/>
                <a:cs typeface="Nunito Sans"/>
                <a:sym typeface="Nunito Sans"/>
              </a:rPr>
              <a:t>EMAIL_EVENTS TABLE</a:t>
            </a:r>
            <a:endParaRPr sz="1500" b="1">
              <a:latin typeface="Nunito Sans"/>
              <a:ea typeface="Nunito Sans"/>
              <a:cs typeface="Nunito Sans"/>
              <a:sym typeface="Nuni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57"/>
          <p:cNvSpPr txBox="1">
            <a:spLocks noGrp="1"/>
          </p:cNvSpPr>
          <p:nvPr>
            <p:ph type="title"/>
          </p:nvPr>
        </p:nvSpPr>
        <p:spPr>
          <a:xfrm>
            <a:off x="228600" y="256925"/>
            <a:ext cx="57606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Task 1: Weekly User Engagement</a:t>
            </a:r>
            <a:endParaRPr/>
          </a:p>
        </p:txBody>
      </p:sp>
      <p:sp>
        <p:nvSpPr>
          <p:cNvPr id="523" name="Google Shape;523;p57"/>
          <p:cNvSpPr txBox="1"/>
          <p:nvPr/>
        </p:nvSpPr>
        <p:spPr>
          <a:xfrm>
            <a:off x="490650" y="1925250"/>
            <a:ext cx="40344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Select extract(week from occured_at) as week_number,</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Count(distinct user_id) AS active_users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From events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Where event_type = 'engagement'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group by week_number</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order by week_number;</a:t>
            </a:r>
            <a:endParaRPr sz="1200">
              <a:solidFill>
                <a:schemeClr val="dk1"/>
              </a:solidFill>
              <a:latin typeface="Nunito Sans"/>
              <a:ea typeface="Nunito Sans"/>
              <a:cs typeface="Nunito Sans"/>
              <a:sym typeface="Nunito Sans"/>
            </a:endParaRPr>
          </a:p>
        </p:txBody>
      </p:sp>
      <p:pic>
        <p:nvPicPr>
          <p:cNvPr id="524" name="Google Shape;524;p57"/>
          <p:cNvPicPr preferRelativeResize="0"/>
          <p:nvPr/>
        </p:nvPicPr>
        <p:blipFill>
          <a:blip r:embed="rId3">
            <a:alphaModFix/>
          </a:blip>
          <a:stretch>
            <a:fillRect/>
          </a:stretch>
        </p:blipFill>
        <p:spPr>
          <a:xfrm>
            <a:off x="5507400" y="1205925"/>
            <a:ext cx="2590800" cy="3067050"/>
          </a:xfrm>
          <a:prstGeom prst="rect">
            <a:avLst/>
          </a:prstGeom>
          <a:noFill/>
          <a:ln>
            <a:noFill/>
          </a:ln>
        </p:spPr>
      </p:pic>
      <p:sp>
        <p:nvSpPr>
          <p:cNvPr id="525" name="Google Shape;525;p57"/>
          <p:cNvSpPr txBox="1"/>
          <p:nvPr/>
        </p:nvSpPr>
        <p:spPr>
          <a:xfrm>
            <a:off x="361050" y="3505850"/>
            <a:ext cx="49587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Nunito Sans"/>
                <a:ea typeface="Nunito Sans"/>
                <a:cs typeface="Nunito Sans"/>
                <a:sym typeface="Nunito Sans"/>
              </a:rPr>
              <a:t>Insights</a:t>
            </a:r>
            <a:endParaRPr b="1">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User engagement remains above 1,100 active users weekly.</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Slight decline observed toward the end of August.</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Indicates user activity stabilization rather than rapid growth.</a:t>
            </a:r>
            <a:endParaRPr sz="1200">
              <a:solidFill>
                <a:schemeClr val="dk1"/>
              </a:solidFill>
              <a:latin typeface="Nunito Sans"/>
              <a:ea typeface="Nunito Sans"/>
              <a:cs typeface="Nunito Sans"/>
              <a:sym typeface="Nunito Sans"/>
            </a:endParaRPr>
          </a:p>
        </p:txBody>
      </p:sp>
      <p:sp>
        <p:nvSpPr>
          <p:cNvPr id="526" name="Google Shape;526;p57"/>
          <p:cNvSpPr/>
          <p:nvPr/>
        </p:nvSpPr>
        <p:spPr>
          <a:xfrm>
            <a:off x="361050" y="1478850"/>
            <a:ext cx="1359300" cy="44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58"/>
          <p:cNvSpPr txBox="1">
            <a:spLocks noGrp="1"/>
          </p:cNvSpPr>
          <p:nvPr>
            <p:ph type="title"/>
          </p:nvPr>
        </p:nvSpPr>
        <p:spPr>
          <a:xfrm>
            <a:off x="228600" y="256925"/>
            <a:ext cx="42966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Task 2: User Growth Analysis</a:t>
            </a:r>
            <a:endParaRPr/>
          </a:p>
        </p:txBody>
      </p:sp>
      <p:pic>
        <p:nvPicPr>
          <p:cNvPr id="532" name="Google Shape;532;p58"/>
          <p:cNvPicPr preferRelativeResize="0"/>
          <p:nvPr/>
        </p:nvPicPr>
        <p:blipFill>
          <a:blip r:embed="rId3">
            <a:alphaModFix/>
          </a:blip>
          <a:stretch>
            <a:fillRect/>
          </a:stretch>
        </p:blipFill>
        <p:spPr>
          <a:xfrm>
            <a:off x="5227900" y="1270995"/>
            <a:ext cx="3362325" cy="3057525"/>
          </a:xfrm>
          <a:prstGeom prst="rect">
            <a:avLst/>
          </a:prstGeom>
          <a:noFill/>
          <a:ln>
            <a:noFill/>
          </a:ln>
        </p:spPr>
      </p:pic>
      <p:sp>
        <p:nvSpPr>
          <p:cNvPr id="533" name="Google Shape;533;p58"/>
          <p:cNvSpPr txBox="1"/>
          <p:nvPr/>
        </p:nvSpPr>
        <p:spPr>
          <a:xfrm>
            <a:off x="382775" y="1946863"/>
            <a:ext cx="43497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Select year, week_num, num_users, sum(num_users)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Over (order by year, week_num) as cum_users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From (</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Select extract(year from created_at) as year, </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extract(week from created_at) as week_num , </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count(distinct user_id) as num_users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from users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group by year, week_num</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order by year, week_num) sub;</a:t>
            </a:r>
            <a:endParaRPr sz="1200">
              <a:solidFill>
                <a:schemeClr val="dk1"/>
              </a:solidFill>
              <a:latin typeface="Nunito Sans"/>
              <a:ea typeface="Nunito Sans"/>
              <a:cs typeface="Nunito Sans"/>
              <a:sym typeface="Nunito Sans"/>
            </a:endParaRPr>
          </a:p>
        </p:txBody>
      </p:sp>
      <p:sp>
        <p:nvSpPr>
          <p:cNvPr id="534" name="Google Shape;534;p58"/>
          <p:cNvSpPr txBox="1"/>
          <p:nvPr/>
        </p:nvSpPr>
        <p:spPr>
          <a:xfrm>
            <a:off x="437150" y="3734200"/>
            <a:ext cx="4349700" cy="1139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Nunito Sans"/>
                <a:ea typeface="Nunito Sans"/>
                <a:cs typeface="Nunito Sans"/>
                <a:sym typeface="Nunito Sans"/>
              </a:rPr>
              <a:t>Insights</a:t>
            </a:r>
            <a:endParaRPr b="1">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Continuous user acquisition observed.</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Total registered users reached 9,381.</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Growth trend is healthy and consistent.</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No evidence of user acquisition slowdown.</a:t>
            </a:r>
            <a:endParaRPr sz="1200">
              <a:solidFill>
                <a:schemeClr val="dk1"/>
              </a:solidFill>
              <a:latin typeface="Nunito Sans"/>
              <a:ea typeface="Nunito Sans"/>
              <a:cs typeface="Nunito Sans"/>
              <a:sym typeface="Nunito Sans"/>
            </a:endParaRPr>
          </a:p>
        </p:txBody>
      </p:sp>
      <p:sp>
        <p:nvSpPr>
          <p:cNvPr id="535" name="Google Shape;535;p58"/>
          <p:cNvSpPr/>
          <p:nvPr/>
        </p:nvSpPr>
        <p:spPr>
          <a:xfrm>
            <a:off x="317500" y="1449000"/>
            <a:ext cx="1359300" cy="35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59"/>
          <p:cNvSpPr txBox="1">
            <a:spLocks noGrp="1"/>
          </p:cNvSpPr>
          <p:nvPr>
            <p:ph type="title"/>
          </p:nvPr>
        </p:nvSpPr>
        <p:spPr>
          <a:xfrm>
            <a:off x="228600" y="256925"/>
            <a:ext cx="8418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Task 3: Weekly Retention Analysis</a:t>
            </a:r>
            <a:endParaRPr/>
          </a:p>
        </p:txBody>
      </p:sp>
      <p:sp>
        <p:nvSpPr>
          <p:cNvPr id="541" name="Google Shape;541;p59"/>
          <p:cNvSpPr txBox="1"/>
          <p:nvPr/>
        </p:nvSpPr>
        <p:spPr>
          <a:xfrm>
            <a:off x="8399690" y="2661836"/>
            <a:ext cx="500100" cy="356400"/>
          </a:xfrm>
          <a:prstGeom prst="rect">
            <a:avLst/>
          </a:prstGeom>
          <a:noFill/>
          <a:ln>
            <a:noFill/>
          </a:ln>
        </p:spPr>
        <p:txBody>
          <a:bodyPr spcFirstLastPara="1" wrap="square" lIns="91425" tIns="91425" rIns="137150" bIns="91425" anchor="ctr" anchorCtr="0">
            <a:noAutofit/>
          </a:bodyPr>
          <a:lstStyle/>
          <a:p>
            <a:pPr marL="457200" lvl="0" indent="-292100" algn="r" rtl="0">
              <a:spcBef>
                <a:spcPts val="0"/>
              </a:spcBef>
              <a:spcAft>
                <a:spcPts val="0"/>
              </a:spcAft>
              <a:buClr>
                <a:schemeClr val="dk2"/>
              </a:buClr>
              <a:buSzPts val="1000"/>
              <a:buFont typeface="Poppins"/>
              <a:buChar char="➔"/>
            </a:pPr>
            <a:endParaRPr sz="1000">
              <a:solidFill>
                <a:schemeClr val="dk2"/>
              </a:solidFill>
              <a:latin typeface="Poppins"/>
              <a:ea typeface="Poppins"/>
              <a:cs typeface="Poppins"/>
              <a:sym typeface="Poppins"/>
            </a:endParaRPr>
          </a:p>
        </p:txBody>
      </p:sp>
      <p:sp>
        <p:nvSpPr>
          <p:cNvPr id="542" name="Google Shape;542;p59"/>
          <p:cNvSpPr txBox="1"/>
          <p:nvPr/>
        </p:nvSpPr>
        <p:spPr>
          <a:xfrm>
            <a:off x="350150" y="1218125"/>
            <a:ext cx="4393200" cy="369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With CTE1  as (</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Select distinct user_id, extract(week from occured_at) as signup_week</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from events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where event_type = 'signup_flow'</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and event_name = 'complete_signup' and extract(week from occured_at) = 18),</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CTE2 as (select distinct user_id, extract(week from occured_at) as engagement_week</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from events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where event_type = 'engagement')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select count(user_id) as total_engaged_users,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sum(case when retention_week&gt; 8 then 1 else 0 end) as retained_users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from (select a.user_id, a.signup_week, b.engagement_week, b.engagement_week-a.signup_week as retention_week</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from CTE1 a</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left join CTE2 b </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on a.user_id=b.user_id) sub;</a:t>
            </a:r>
            <a:endParaRPr sz="1200">
              <a:solidFill>
                <a:schemeClr val="dk1"/>
              </a:solidFill>
              <a:latin typeface="Nunito Sans"/>
              <a:ea typeface="Nunito Sans"/>
              <a:cs typeface="Nunito Sans"/>
              <a:sym typeface="Nunito Sans"/>
            </a:endParaRPr>
          </a:p>
        </p:txBody>
      </p:sp>
      <p:pic>
        <p:nvPicPr>
          <p:cNvPr id="543" name="Google Shape;543;p59"/>
          <p:cNvPicPr preferRelativeResize="0"/>
          <p:nvPr/>
        </p:nvPicPr>
        <p:blipFill>
          <a:blip r:embed="rId3">
            <a:alphaModFix/>
          </a:blip>
          <a:stretch>
            <a:fillRect/>
          </a:stretch>
        </p:blipFill>
        <p:spPr>
          <a:xfrm>
            <a:off x="5485050" y="1503393"/>
            <a:ext cx="2914650" cy="628650"/>
          </a:xfrm>
          <a:prstGeom prst="rect">
            <a:avLst/>
          </a:prstGeom>
          <a:noFill/>
          <a:ln>
            <a:noFill/>
          </a:ln>
        </p:spPr>
      </p:pic>
      <p:sp>
        <p:nvSpPr>
          <p:cNvPr id="544" name="Google Shape;544;p59"/>
          <p:cNvSpPr txBox="1"/>
          <p:nvPr/>
        </p:nvSpPr>
        <p:spPr>
          <a:xfrm>
            <a:off x="5439275" y="2342300"/>
            <a:ext cx="32709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Insights</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Measures long-term user loyalty.</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Higher retention indicates strong product value.</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Sudden drops may signal onboarding issues.</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Cohort analysis helps identify weak signup periods.</a:t>
            </a:r>
            <a:endParaRPr sz="1200">
              <a:solidFill>
                <a:schemeClr val="dk1"/>
              </a:solidFill>
              <a:latin typeface="Nunito Sans"/>
              <a:ea typeface="Nunito Sans"/>
              <a:cs typeface="Nunito Sans"/>
              <a:sym typeface="Nunito Sans"/>
            </a:endParaRPr>
          </a:p>
        </p:txBody>
      </p:sp>
      <p:sp>
        <p:nvSpPr>
          <p:cNvPr id="545" name="Google Shape;545;p59"/>
          <p:cNvSpPr/>
          <p:nvPr/>
        </p:nvSpPr>
        <p:spPr>
          <a:xfrm>
            <a:off x="306625" y="925850"/>
            <a:ext cx="1359300" cy="35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60"/>
          <p:cNvSpPr txBox="1">
            <a:spLocks noGrp="1"/>
          </p:cNvSpPr>
          <p:nvPr>
            <p:ph type="title"/>
          </p:nvPr>
        </p:nvSpPr>
        <p:spPr>
          <a:xfrm>
            <a:off x="228600" y="256925"/>
            <a:ext cx="57072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Task 4: Weekly Engagement Per Device</a:t>
            </a:r>
            <a:endParaRPr/>
          </a:p>
        </p:txBody>
      </p:sp>
      <p:sp>
        <p:nvSpPr>
          <p:cNvPr id="551" name="Google Shape;551;p60"/>
          <p:cNvSpPr txBox="1"/>
          <p:nvPr/>
        </p:nvSpPr>
        <p:spPr>
          <a:xfrm>
            <a:off x="357600" y="1673850"/>
            <a:ext cx="4132200" cy="3140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SELECT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EXTRACT(YEAR FROM occured_at) AS year,</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EXTRACT(WEEK FROM occured_at) AS week_num,</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device,</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COUNT(DISTINCT user_id) AS engaged_users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FROM events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WHERE event_type = 'engagement'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AND event_name = 'login'</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GROUP BY</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EXTRACT(YEAR FROM occured_at),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EXTRACT(WEEK FROM occured_at),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device</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ORDER BY</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year,</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week_num,</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device;</a:t>
            </a:r>
            <a:endParaRPr sz="1200">
              <a:solidFill>
                <a:schemeClr val="dk1"/>
              </a:solidFill>
              <a:latin typeface="Nunito Sans"/>
              <a:ea typeface="Nunito Sans"/>
              <a:cs typeface="Nunito Sans"/>
              <a:sym typeface="Nunito Sans"/>
            </a:endParaRPr>
          </a:p>
        </p:txBody>
      </p:sp>
      <p:sp>
        <p:nvSpPr>
          <p:cNvPr id="552" name="Google Shape;552;p60"/>
          <p:cNvSpPr txBox="1"/>
          <p:nvPr/>
        </p:nvSpPr>
        <p:spPr>
          <a:xfrm>
            <a:off x="5548025" y="1505000"/>
            <a:ext cx="36189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200">
              <a:solidFill>
                <a:schemeClr val="dk1"/>
              </a:solidFill>
              <a:latin typeface="Nunito Sans"/>
              <a:ea typeface="Nunito Sans"/>
              <a:cs typeface="Nunito Sans"/>
              <a:sym typeface="Nunito Sans"/>
            </a:endParaRPr>
          </a:p>
        </p:txBody>
      </p:sp>
      <p:pic>
        <p:nvPicPr>
          <p:cNvPr id="553" name="Google Shape;553;p60"/>
          <p:cNvPicPr preferRelativeResize="0"/>
          <p:nvPr/>
        </p:nvPicPr>
        <p:blipFill>
          <a:blip r:embed="rId3">
            <a:alphaModFix/>
          </a:blip>
          <a:stretch>
            <a:fillRect/>
          </a:stretch>
        </p:blipFill>
        <p:spPr>
          <a:xfrm>
            <a:off x="4785888" y="1444990"/>
            <a:ext cx="4033835" cy="2964400"/>
          </a:xfrm>
          <a:prstGeom prst="rect">
            <a:avLst/>
          </a:prstGeom>
          <a:noFill/>
          <a:ln>
            <a:noFill/>
          </a:ln>
        </p:spPr>
      </p:pic>
      <p:sp>
        <p:nvSpPr>
          <p:cNvPr id="554" name="Google Shape;554;p60"/>
          <p:cNvSpPr/>
          <p:nvPr/>
        </p:nvSpPr>
        <p:spPr>
          <a:xfrm>
            <a:off x="295775" y="1303625"/>
            <a:ext cx="1359300" cy="36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61"/>
          <p:cNvSpPr txBox="1">
            <a:spLocks noGrp="1"/>
          </p:cNvSpPr>
          <p:nvPr>
            <p:ph type="title"/>
          </p:nvPr>
        </p:nvSpPr>
        <p:spPr>
          <a:xfrm>
            <a:off x="228600" y="256925"/>
            <a:ext cx="57072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800"/>
              <a:t>Task 5: Email Engagement Analysis</a:t>
            </a:r>
            <a:endParaRPr sz="2800"/>
          </a:p>
        </p:txBody>
      </p:sp>
      <p:sp>
        <p:nvSpPr>
          <p:cNvPr id="560" name="Google Shape;560;p61"/>
          <p:cNvSpPr txBox="1"/>
          <p:nvPr/>
        </p:nvSpPr>
        <p:spPr>
          <a:xfrm>
            <a:off x="561700" y="1895400"/>
            <a:ext cx="3210000" cy="221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SELECT</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action,</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COUNT(*) total_events,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ROUND(</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COUNT(*)*100.0/</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SUM(COUNT(*)) OVER(),</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2</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 percentage</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FROM email_events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200">
                <a:solidFill>
                  <a:schemeClr val="dk1"/>
                </a:solidFill>
                <a:latin typeface="Nunito Sans"/>
                <a:ea typeface="Nunito Sans"/>
                <a:cs typeface="Nunito Sans"/>
                <a:sym typeface="Nunito Sans"/>
              </a:rPr>
              <a:t>GROUP BY action;</a:t>
            </a:r>
            <a:endParaRPr sz="1200">
              <a:solidFill>
                <a:schemeClr val="dk1"/>
              </a:solidFill>
              <a:latin typeface="Nunito Sans"/>
              <a:ea typeface="Nunito Sans"/>
              <a:cs typeface="Nunito Sans"/>
              <a:sym typeface="Nunito Sans"/>
            </a:endParaRPr>
          </a:p>
          <a:p>
            <a:pPr marL="0" lvl="0" indent="0" algn="l" rtl="0">
              <a:spcBef>
                <a:spcPts val="0"/>
              </a:spcBef>
              <a:spcAft>
                <a:spcPts val="0"/>
              </a:spcAft>
              <a:buNone/>
            </a:pPr>
            <a:endParaRPr sz="1200">
              <a:solidFill>
                <a:schemeClr val="dk1"/>
              </a:solidFill>
              <a:latin typeface="Nunito Sans"/>
              <a:ea typeface="Nunito Sans"/>
              <a:cs typeface="Nunito Sans"/>
              <a:sym typeface="Nunito Sans"/>
            </a:endParaRPr>
          </a:p>
        </p:txBody>
      </p:sp>
      <p:pic>
        <p:nvPicPr>
          <p:cNvPr id="561" name="Google Shape;561;p61"/>
          <p:cNvPicPr preferRelativeResize="0"/>
          <p:nvPr/>
        </p:nvPicPr>
        <p:blipFill>
          <a:blip r:embed="rId3">
            <a:alphaModFix/>
          </a:blip>
          <a:stretch>
            <a:fillRect/>
          </a:stretch>
        </p:blipFill>
        <p:spPr>
          <a:xfrm>
            <a:off x="4087200" y="1571958"/>
            <a:ext cx="4000500" cy="1390650"/>
          </a:xfrm>
          <a:prstGeom prst="rect">
            <a:avLst/>
          </a:prstGeom>
          <a:noFill/>
          <a:ln>
            <a:noFill/>
          </a:ln>
        </p:spPr>
      </p:pic>
      <p:sp>
        <p:nvSpPr>
          <p:cNvPr id="562" name="Google Shape;562;p61"/>
          <p:cNvSpPr txBox="1"/>
          <p:nvPr/>
        </p:nvSpPr>
        <p:spPr>
          <a:xfrm>
            <a:off x="4087200" y="3243900"/>
            <a:ext cx="4597500" cy="1508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Nunito Sans"/>
                <a:ea typeface="Nunito Sans"/>
                <a:cs typeface="Nunito Sans"/>
                <a:sym typeface="Nunito Sans"/>
              </a:rPr>
              <a:t>Insights</a:t>
            </a:r>
            <a:endParaRPr b="1">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Weekly digest emails dominate communication.</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Open rates indicate users actively check emails.</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Click-through events show successful user engagement.</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Re-engagement campaigns target inactive users effectively.</a:t>
            </a:r>
            <a:endParaRPr sz="1200">
              <a:solidFill>
                <a:schemeClr val="dk1"/>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sz="1200">
                <a:solidFill>
                  <a:schemeClr val="dk1"/>
                </a:solidFill>
                <a:latin typeface="Nunito Sans"/>
                <a:ea typeface="Nunito Sans"/>
                <a:cs typeface="Nunito Sans"/>
                <a:sym typeface="Nunito Sans"/>
              </a:rPr>
              <a:t>Email remains a valuable retention channel.</a:t>
            </a:r>
            <a:endParaRPr sz="1200">
              <a:solidFill>
                <a:schemeClr val="dk1"/>
              </a:solidFill>
              <a:latin typeface="Nunito Sans"/>
              <a:ea typeface="Nunito Sans"/>
              <a:cs typeface="Nunito Sans"/>
              <a:sym typeface="Nunito Sans"/>
            </a:endParaRPr>
          </a:p>
        </p:txBody>
      </p:sp>
      <p:sp>
        <p:nvSpPr>
          <p:cNvPr id="563" name="Google Shape;563;p61"/>
          <p:cNvSpPr/>
          <p:nvPr/>
        </p:nvSpPr>
        <p:spPr>
          <a:xfrm>
            <a:off x="404500" y="1449000"/>
            <a:ext cx="1359300" cy="44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Sans"/>
                <a:ea typeface="Nunito Sans"/>
                <a:cs typeface="Nunito Sans"/>
                <a:sym typeface="Nunito Sans"/>
              </a:rPr>
              <a:t>SQL QUERY</a:t>
            </a:r>
            <a:endParaRPr b="1">
              <a:latin typeface="Nunito Sans"/>
              <a:ea typeface="Nunito Sans"/>
              <a:cs typeface="Nunito Sans"/>
              <a:sym typeface="Nuni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62"/>
          <p:cNvSpPr txBox="1">
            <a:spLocks noGrp="1"/>
          </p:cNvSpPr>
          <p:nvPr>
            <p:ph type="title"/>
          </p:nvPr>
        </p:nvSpPr>
        <p:spPr>
          <a:xfrm>
            <a:off x="228600" y="228600"/>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800"/>
              <a:t>Overall Insight</a:t>
            </a:r>
            <a:endParaRPr sz="2800"/>
          </a:p>
        </p:txBody>
      </p:sp>
      <p:sp>
        <p:nvSpPr>
          <p:cNvPr id="569" name="Google Shape;569;p62"/>
          <p:cNvSpPr txBox="1"/>
          <p:nvPr/>
        </p:nvSpPr>
        <p:spPr>
          <a:xfrm>
            <a:off x="632875" y="1222250"/>
            <a:ext cx="74487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Nunito Sans"/>
                <a:ea typeface="Nunito Sans"/>
                <a:cs typeface="Nunito Sans"/>
                <a:sym typeface="Nunito Sans"/>
              </a:rPr>
              <a:t>The analysis revealed valuable operational and user engagement patterns. In the job review workflow, reviewer productivity fluctuated significantly across days, with the highest efficiency observed on 28-November. Throughput analysis showed that daily metrics can be volatile, making rolling averages a better indicator of operational performance. Language analysis identified Persian as the dominant content language, suggesting a need for specialized reviewer allocation. No duplicate records were found, indicating strong data quality.</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From the user analytics perspective, weekly active users remained relatively stable while total users continued to grow steadily. Cohort retention analysis provides a framework for monitoring long-term user loyalty and identifying onboarding issues. Device-level engagement can help prioritize platform investments. Email engagement metrics demonstrated that weekly digest emails are effective in maintaining user interaction and supporting retention efforts.</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63"/>
          <p:cNvSpPr txBox="1">
            <a:spLocks noGrp="1"/>
          </p:cNvSpPr>
          <p:nvPr>
            <p:ph type="title"/>
          </p:nvPr>
        </p:nvSpPr>
        <p:spPr>
          <a:xfrm>
            <a:off x="425850" y="304725"/>
            <a:ext cx="38079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800"/>
              <a:t>Conclusion</a:t>
            </a:r>
            <a:endParaRPr sz="2800"/>
          </a:p>
        </p:txBody>
      </p:sp>
      <p:sp>
        <p:nvSpPr>
          <p:cNvPr id="575" name="Google Shape;575;p63"/>
          <p:cNvSpPr txBox="1"/>
          <p:nvPr/>
        </p:nvSpPr>
        <p:spPr>
          <a:xfrm>
            <a:off x="643750" y="1211375"/>
            <a:ext cx="74487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Nunito Sans"/>
                <a:ea typeface="Nunito Sans"/>
                <a:cs typeface="Nunito Sans"/>
                <a:sym typeface="Nunito Sans"/>
              </a:rPr>
              <a:t>This project successfully demonstrated how SQL-based operational analytics can be used to monitor business performance, investigate metric fluctuations, and generate actionable insights. Through analysis of job review data, key operational metrics such as throughput, productivity, language distribution, and data quality were evaluated. These metrics provide a strong foundation for improving workforce efficiency and optimizing review processes.</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The investigation of user engagement metrics provided insights into user growth, retention, device usage, and email interaction patterns. The analysis showed consistent user acquisition and stable engagement levels, indicating healthy product performance. Retention and email engagement metrics further highlighted opportunities for improving user experience and increasing long-term customer value. Overall, the project illustrates the practical application of SQL in solving real-world business problems and supporting data-driven decision-making within an organization.</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9"/>
        <p:cNvGrpSpPr/>
        <p:nvPr/>
      </p:nvGrpSpPr>
      <p:grpSpPr>
        <a:xfrm>
          <a:off x="0" y="0"/>
          <a:ext cx="0" cy="0"/>
          <a:chOff x="0" y="0"/>
          <a:chExt cx="0" cy="0"/>
        </a:xfrm>
      </p:grpSpPr>
      <p:sp>
        <p:nvSpPr>
          <p:cNvPr id="580" name="Google Shape;580;p64"/>
          <p:cNvSpPr txBox="1">
            <a:spLocks noGrp="1"/>
          </p:cNvSpPr>
          <p:nvPr>
            <p:ph type="title"/>
          </p:nvPr>
        </p:nvSpPr>
        <p:spPr>
          <a:xfrm>
            <a:off x="1230150" y="1708506"/>
            <a:ext cx="6683700" cy="172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rPr>
              <a:t>Thank you!</a:t>
            </a:r>
            <a:endParaRPr dirty="0">
              <a:solidFill>
                <a:schemeClr val="dk1"/>
              </a:solidFill>
            </a:endParaRPr>
          </a:p>
        </p:txBody>
      </p:sp>
      <p:sp>
        <p:nvSpPr>
          <p:cNvPr id="581" name="Google Shape;581;p64"/>
          <p:cNvSpPr txBox="1">
            <a:spLocks noGrp="1"/>
          </p:cNvSpPr>
          <p:nvPr>
            <p:ph type="subTitle" idx="1"/>
          </p:nvPr>
        </p:nvSpPr>
        <p:spPr>
          <a:xfrm>
            <a:off x="2351700" y="3435000"/>
            <a:ext cx="4346700" cy="45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1"/>
                </a:solidFill>
              </a:rPr>
              <a:t>Amit Kumar</a:t>
            </a:r>
            <a:endParaRPr dirty="0">
              <a:solidFill>
                <a:schemeClr val="dk1"/>
              </a:solidFill>
            </a:endParaRPr>
          </a:p>
        </p:txBody>
      </p:sp>
      <p:sp>
        <p:nvSpPr>
          <p:cNvPr id="582" name="Google Shape;582;p64"/>
          <p:cNvSpPr/>
          <p:nvPr/>
        </p:nvSpPr>
        <p:spPr>
          <a:xfrm>
            <a:off x="5282039" y="2736692"/>
            <a:ext cx="1182446" cy="37237"/>
          </a:xfrm>
          <a:custGeom>
            <a:avLst/>
            <a:gdLst/>
            <a:ahLst/>
            <a:cxnLst/>
            <a:rect l="l" t="t" r="r" b="b"/>
            <a:pathLst>
              <a:path w="57603" h="1814" extrusionOk="0">
                <a:moveTo>
                  <a:pt x="0" y="1814"/>
                </a:moveTo>
                <a:cubicBezTo>
                  <a:pt x="19211" y="1814"/>
                  <a:pt x="38392" y="0"/>
                  <a:pt x="57603" y="0"/>
                </a:cubicBezTo>
              </a:path>
            </a:pathLst>
          </a:custGeom>
          <a:noFill/>
          <a:ln w="19050" cap="flat" cmpd="sng">
            <a:solidFill>
              <a:schemeClr val="dk2"/>
            </a:solidFill>
            <a:prstDash val="solid"/>
            <a:round/>
            <a:headEnd type="none" w="med" len="med"/>
            <a:tailEnd type="none" w="med" len="med"/>
          </a:ln>
        </p:spPr>
        <p:txBody>
          <a:bodyPr/>
          <a:lstStyle/>
          <a:p>
            <a:endParaRPr lang="en-IN"/>
          </a:p>
        </p:txBody>
      </p:sp>
      <p:sp>
        <p:nvSpPr>
          <p:cNvPr id="583" name="Google Shape;583;p64"/>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Confidential</a:t>
            </a:r>
            <a:endParaRPr/>
          </a:p>
        </p:txBody>
      </p:sp>
    </p:spTree>
  </p:cSld>
  <p:clrMapOvr>
    <a:masterClrMapping/>
  </p:clrMapOvr>
</p:sld>
</file>

<file path=ppt/theme/theme1.xml><?xml version="1.0" encoding="utf-8"?>
<a:theme xmlns:a="http://schemas.openxmlformats.org/drawingml/2006/main"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2115</Words>
  <Application>Microsoft Office PowerPoint</Application>
  <PresentationFormat>On-screen Show (16:9)</PresentationFormat>
  <Paragraphs>230</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Poppins</vt:lpstr>
      <vt:lpstr>Poppins SemiBold</vt:lpstr>
      <vt:lpstr>Poppins Medium</vt:lpstr>
      <vt:lpstr>Nunito Sans</vt:lpstr>
      <vt:lpstr>Nunito Sans SemiBold</vt:lpstr>
      <vt:lpstr>Arial</vt:lpstr>
      <vt:lpstr>Poppins Black</vt:lpstr>
      <vt:lpstr>Marketing Plan Presentation [Style 1]</vt:lpstr>
      <vt:lpstr>Operation Analytics and Investigating Metric Spike</vt:lpstr>
      <vt:lpstr>Project Description</vt:lpstr>
      <vt:lpstr>Approach</vt:lpstr>
      <vt:lpstr>Tech Stack Used</vt:lpstr>
      <vt:lpstr>PowerPoint Presentation</vt:lpstr>
      <vt:lpstr>PowerPoint Presentation</vt:lpstr>
      <vt:lpstr>Insert Data Into job_data Table</vt:lpstr>
      <vt:lpstr>Task 1: Jobs Reviewed Over Time</vt:lpstr>
      <vt:lpstr>Task 2: Throughput Analysis</vt:lpstr>
      <vt:lpstr>Task 3: Language Share Analysis</vt:lpstr>
      <vt:lpstr>Task 4: Duplicate Rows Detection</vt:lpstr>
      <vt:lpstr>CASE STUDY 2: INVESTIGATING METRIC SPIKE</vt:lpstr>
      <vt:lpstr>Task 1: Weekly User Engagement</vt:lpstr>
      <vt:lpstr>Task 2: User Growth Analysis</vt:lpstr>
      <vt:lpstr>Task 3: Weekly Retention Analysis</vt:lpstr>
      <vt:lpstr>Task 4: Weekly Engagement Per Device</vt:lpstr>
      <vt:lpstr>Task 5: Email Engagement Analysis</vt:lpstr>
      <vt:lpstr>Overall Insight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Amit Kumar</cp:lastModifiedBy>
  <cp:revision>2</cp:revision>
  <dcterms:modified xsi:type="dcterms:W3CDTF">2026-10-05T14:30:14Z</dcterms:modified>
</cp:coreProperties>
</file>